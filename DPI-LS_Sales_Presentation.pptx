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DPI-LS: Digital Performance Index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Life Science AI Governance &amp; Observability Platform</a:t>
            </a:r>
          </a:p>
          <a:p>
            <a:r>
              <a:t>Sales &amp; Marketing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DPI-LS &amp; Why Did We Build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DPI-LS is an enterprise-grade AI governance and scoring platform.</a:t>
            </a:r>
          </a:p>
          <a:p>
            <a:r>
              <a:t>Aggregates telemetry from 20+ observability tools into a single pane of glass.</a:t>
            </a:r>
          </a:p>
          <a:p>
            <a:r>
              <a:t>Built for Life Sciences to enforce strict regulatory compliance (FDA/HIPAA).</a:t>
            </a:r>
          </a:p>
          <a:p>
            <a:r>
              <a:t>Acts as a strict gatekeeper to prevent AI hallucinations and security vulnerabilities.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Benefits, Advantages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Mitigates Enterprise Risk: Stops prompt injections and PII leaks.</a:t>
            </a:r>
          </a:p>
          <a:p>
            <a:r>
              <a:t>Empowers Business Owners: SMEs set custom success baselines.</a:t>
            </a:r>
          </a:p>
          <a:p>
            <a:r>
              <a:t>Single Pane of Glass: Replaces 20 dashboards with one simple grade.</a:t>
            </a:r>
          </a:p>
          <a:p>
            <a:r>
              <a:t>Cost Tracking: Ensures your AI digital workforce is ROI-positive.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Secure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Administrators securely authenticate to access the DPI-LS enterprise governance platform.</a:t>
            </a:r>
          </a:p>
        </p:txBody>
      </p:sp>
      <p:pic>
        <p:nvPicPr>
          <p:cNvPr id="4" name="Picture 3" descr="media_17881640012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7315200" cy="3850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Global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unified view of all active agents and their performance scores across the 7 critical telemetry dimensions.</a:t>
            </a:r>
          </a:p>
        </p:txBody>
      </p:sp>
      <p:pic>
        <p:nvPicPr>
          <p:cNvPr id="4" name="Picture 3" descr="media_17881638343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7315200" cy="39219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Agent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Register new digital workers by defining their environment, scope, and technical/business ownership.</a:t>
            </a:r>
          </a:p>
        </p:txBody>
      </p:sp>
      <p:pic>
        <p:nvPicPr>
          <p:cNvPr id="4" name="Picture 3" descr="media_1788163846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7315200" cy="3900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Business Configurations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SMEs dictate AI success by dynamically setting baseline targets and distributing 100% weight across the 7 metrics.</a:t>
            </a:r>
          </a:p>
        </p:txBody>
      </p:sp>
      <p:pic>
        <p:nvPicPr>
          <p:cNvPr id="4" name="Picture 3" descr="media_17881638598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7315200" cy="3907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Manager Ratings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owners submit manual star-ratings to ensure empirical scores align with real-world human expectations.</a:t>
            </a:r>
          </a:p>
        </p:txBody>
      </p:sp>
      <p:pic>
        <p:nvPicPr>
          <p:cNvPr id="4" name="Picture 3" descr="media_17881638697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7315200" cy="33932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Agent Profile &amp;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deep-dive verifiable audit trail for individual agents to track parameters and reject unsafe models.</a:t>
            </a:r>
          </a:p>
        </p:txBody>
      </p:sp>
      <p:pic>
        <p:nvPicPr>
          <p:cNvPr id="4" name="Picture 3" descr="media_17881638817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7315200" cy="38361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Telemetry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Monitor the real-time operational status of 20+ integrated external observability tools like AgentOps and Langfuse.</a:t>
            </a:r>
          </a:p>
        </p:txBody>
      </p:sp>
      <p:pic>
        <p:nvPicPr>
          <p:cNvPr id="4" name="Picture 3" descr="media_17881639315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7315200" cy="37933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Secure Logout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Strict session expiration automatically terminates access and securely redirects users back to the login screen.</a:t>
            </a:r>
          </a:p>
        </p:txBody>
      </p:sp>
      <p:pic>
        <p:nvPicPr>
          <p:cNvPr id="4" name="Picture 3" descr="media_17881639414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7315200" cy="3771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