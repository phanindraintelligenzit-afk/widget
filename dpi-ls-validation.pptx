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98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Arial"/>
              </a:defRPr>
            </a:pPr>
            <a:r>
              <a:t>DIGITAL FTE</a:t>
            </a:r>
          </a:p>
          <a:p>
            <a:pPr>
              <a:spcBef>
                <a:spcPts val="1000"/>
              </a:spcBef>
              <a:defRPr sz="2800" b="1">
                <a:solidFill>
                  <a:srgbClr val="38BDF8"/>
                </a:solidFill>
                <a:latin typeface="Arial"/>
              </a:defRPr>
            </a:pPr>
            <a:r>
              <a:t>PERFORMANCE INDEX – VALIDATION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14800"/>
            <a:ext cx="10058400" cy="1218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rPr dirty="0"/>
              <a:t>Cost Traceability, Real-Time Telemetry &amp; Core Scoring Validation</a:t>
            </a:r>
          </a:p>
          <a:p>
            <a:pPr>
              <a:spcBef>
                <a:spcPts val="800"/>
              </a:spcBef>
              <a:defRPr sz="1400" b="1">
                <a:solidFill>
                  <a:srgbClr val="10B981"/>
                </a:solidFill>
                <a:latin typeface="Arial"/>
              </a:defRPr>
            </a:pPr>
            <a:r>
              <a:rPr dirty="0"/>
              <a:t>Presented to:</a:t>
            </a:r>
            <a:r>
              <a:rPr lang="en-IN" dirty="0"/>
              <a:t> </a:t>
            </a:r>
            <a:r>
              <a:rPr dirty="0"/>
              <a:t>Executive Briefing: CEO, Ranga (</a:t>
            </a:r>
            <a:r>
              <a:rPr lang="en-IN" dirty="0"/>
              <a:t> group managers </a:t>
            </a:r>
            <a:r>
              <a:rPr dirty="0"/>
              <a:t>), Phani</a:t>
            </a:r>
            <a:r>
              <a:rPr lang="en-IN" dirty="0" err="1"/>
              <a:t>ndra</a:t>
            </a:r>
            <a:r>
              <a:rPr lang="en-IN" dirty="0"/>
              <a:t>  Sir </a:t>
            </a:r>
            <a:r>
              <a:rPr dirty="0"/>
              <a:t>(</a:t>
            </a:r>
            <a:r>
              <a:rPr lang="en-IN" dirty="0"/>
              <a:t> Team </a:t>
            </a:r>
            <a:r>
              <a:rPr dirty="0"/>
              <a:t>Lead)</a:t>
            </a:r>
          </a:p>
          <a:p>
            <a:pPr>
              <a:spcBef>
                <a:spcPts val="1500"/>
              </a:spcBef>
              <a:defRPr sz="1200" b="1">
                <a:solidFill>
                  <a:srgbClr val="EF4444"/>
                </a:solidFill>
                <a:latin typeface="Arial"/>
              </a:defRPr>
            </a:pPr>
            <a:r>
              <a:rPr dirty="0"/>
              <a:t>Status: Development Complete</a:t>
            </a:r>
            <a:br>
              <a:rPr dirty="0"/>
            </a:br>
            <a:r>
              <a:rPr dirty="0"/>
              <a:t>Production Validation Pending (Regeneron AWS/RDS + Approved Benchmark Dataset)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What is DPI-LS Validation &amp;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Digital FTE Validation Index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Validation (V) measures whether an AI agent produces trustworthy, accurate, observable and verifiable outputs during runtime.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The Validation dimension combines three runtime validation resources:</a:t>
            </a:r>
            <a:br/>
            <a:r>
              <a:t>  • DeepEval</a:t>
            </a:r>
            <a:br/>
            <a:r>
              <a:t>  • Jaeger</a:t>
            </a:r>
            <a:br/>
            <a:r>
              <a:t>  • Zipkin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Together they evaluate:</a:t>
            </a:r>
            <a:br/>
            <a:r>
              <a:t>  • AI answer quality</a:t>
            </a:r>
            <a:br/>
            <a:r>
              <a:t>  • Runtime correctness</a:t>
            </a:r>
            <a:br/>
            <a:r>
              <a:t>  • Distributed execution tracing</a:t>
            </a:r>
            <a:br/>
            <a:r>
              <a:t>  • End-to-end observability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Validation ensures every AI execution can be evaluated, traced and verified before production deployment.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Runtime telemetry is collected from DeepEval, Jaeger, and Zipkin using real OpenTelemetry traces in the development environment.</a:t>
            </a:r>
          </a:p>
        </p:txBody>
      </p:sp>
      <p:pic>
        <p:nvPicPr>
          <p:cNvPr id="5" name="Picture 4" descr="media__1782888245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Validation (V) Dimension &amp; Telemetry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8BDF8"/>
                </a:solidFill>
              </a:defRPr>
            </a:pPr>
            <a:r>
              <a:t>Runtime Metrics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DeepEval: Answer Relevancy, Faithfulness, Hallucination, Correctness | Jaeger: Trace ID, Span Count, Latency, Dependencies | Zipkin: Trace Timeline, Execution Timeline, Service Calls, Trace Latency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748425"/>
              </p:ext>
            </p:extLst>
          </p:nvPr>
        </p:nvGraphicFramePr>
        <p:xfrm>
          <a:off x="731520" y="2651760"/>
          <a:ext cx="10698480" cy="356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55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Source System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URL / Where Data Comes From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LLM Quality Evaluation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Evaluates Answer Relevancy, Faithfulness, Hallucination and Correctness.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DeepEval SDK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https://deepeval.com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Distributed Trace Monitoring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Captures runtime spans, latency, service dependencies and execution flow.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Jaeger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http://localhost:16686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Execution Timeline Visualization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Captures request timeline, trace visualization, service execution path and runtime analysis.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Zipkin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rPr dirty="0"/>
                        <a:t>http://localhost:9411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Formula, Examples &amp; Validation Rule</a:t>
            </a:r>
          </a:p>
        </p:txBody>
      </p:sp>
      <p:pic>
        <p:nvPicPr>
          <p:cNvPr id="4" name="Picture 3" descr="media__1782888216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Key Logic Highlights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Formula:</a:t>
            </a:r>
            <a:br/>
            <a:r>
              <a:t>Validation Score = Correct Validation Checks ÷ Total Validation Checks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The validation score represents how many required validation checks passed successfully.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all validation checks pass, Validation Score = 1.0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several checks fail, Validation Score decreases accordingly.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Good Example:</a:t>
            </a:r>
            <a:br/>
            <a:r>
              <a:t>Passed = 10 / Required = 10</a:t>
            </a:r>
            <a:br/>
            <a:r>
              <a:t>Score = 1.0 (Runtime successfully validated)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Bad Example:</a:t>
            </a:r>
            <a:br/>
            <a:r>
              <a:t>Passed = 5 / Required = 10</a:t>
            </a:r>
            <a:br/>
            <a:r>
              <a:t>Score = 0.5 (Validation confidence decreases)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Safety Rule: If Validation Score drops below the configured threshold, the overall DPI-LS score is reduced and the dashboard flags the execution for investigation.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DPI-LS Validation Dashboards &amp; Runtime Evidence</a:t>
            </a:r>
          </a:p>
        </p:txBody>
      </p:sp>
      <p:pic>
        <p:nvPicPr>
          <p:cNvPr id="4" name="Picture 3" descr="resources_page_1782405844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4A3B8"/>
                </a:solidFill>
              </a:defRPr>
            </a:pPr>
            <a:r>
              <a:t>Validation Resource Evaluation Dashboard</a:t>
            </a:r>
          </a:p>
        </p:txBody>
      </p:sp>
      <p:pic>
        <p:nvPicPr>
          <p:cNvPr id="6" name="Picture 5" descr="media__17828882453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371600"/>
            <a:ext cx="4572000" cy="1428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468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LLM Evaluation Metrics</a:t>
            </a:r>
          </a:p>
        </p:txBody>
      </p:sp>
      <p:pic>
        <p:nvPicPr>
          <p:cNvPr id="8" name="Picture 7" descr="media__1782888234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743200"/>
            <a:ext cx="4572000" cy="1428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3840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Distributed Runtime Tracing</a:t>
            </a:r>
          </a:p>
        </p:txBody>
      </p:sp>
      <p:pic>
        <p:nvPicPr>
          <p:cNvPr id="10" name="Picture 9" descr="media__17828882245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4114800"/>
            <a:ext cx="4572000" cy="23886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52120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Trace Timeline Visualization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Validation dashboards showing real runtime evaluation and distributed observability.</a:t>
            </a:r>
            <a:br/>
            <a:r>
              <a:t>Evidence shown is from live runtime telemetry captured in the development environment using OpenTelemetry.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Validation Execution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1: Start Jaeger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Docker container (Port 16686)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2: Start Zipkin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Docker container (Port 9411)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3: Start Backend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uv run uvicorn api.app:app --host 127.0.0.1 --port 8000 --reload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4: Run Validation Agent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uv run python examples/test_agent.py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5: Execute Validation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DeepEval evaluation, Jaeger tracing, Zipkin tracing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■ Step 6: Verify Results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Validation Dashboard, DeepEval Metrics, Jaeger Trace, Zipkin Timeline, Resources Dashboard</a:t>
            </a:r>
          </a:p>
          <a:p>
            <a:br/>
            <a:r>
              <a:t>Expected Results:</a:t>
            </a:r>
            <a:br/>
            <a:r>
              <a:t>DeepEval → SUCCESS</a:t>
            </a:r>
            <a:br/>
            <a:r>
              <a:t>Jaeger → SUCCESS</a:t>
            </a:r>
            <a:br/>
            <a:r>
              <a:t>Zipkin → SUCCESS</a:t>
            </a:r>
            <a:br/>
            <a:r>
              <a:t>Resources Dashboard → SUCCESS</a:t>
            </a:r>
            <a:br/>
            <a:r>
              <a:t>Live Runtime Metrics Displayed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Validation Dimension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1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</a:t>
            </a:r>
            <a:r>
              <a:rPr dirty="0" err="1"/>
              <a:t>DeepEval</a:t>
            </a:r>
            <a:r>
              <a:rPr dirty="0"/>
              <a:t> integrated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Jaeger integrated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Zipkin integrated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</a:t>
            </a:r>
            <a:r>
              <a:rPr dirty="0" err="1"/>
              <a:t>OpenTelemetry</a:t>
            </a:r>
            <a:r>
              <a:rPr dirty="0"/>
              <a:t> implemented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Validation Resources Dashboard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Live Runtime Metrics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</a:t>
            </a:r>
            <a:r>
              <a:rPr dirty="0" err="1"/>
              <a:t>FastAPI</a:t>
            </a:r>
            <a:r>
              <a:rPr dirty="0"/>
              <a:t> Backend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SQLite Integration</a:t>
            </a: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/>
              <a:t>✅ Development Testing Completed</a:t>
            </a:r>
          </a:p>
          <a:p>
            <a:br>
              <a:rPr dirty="0"/>
            </a:br>
            <a:r>
              <a:rPr dirty="0"/>
              <a:t>Next Steps: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Regeneron AWS validation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Regeneron RDS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Approved Benchmark Dataset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Production Recall Measurement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</a:defRPr>
            </a:pPr>
            <a:r>
              <a:rPr dirty="0"/>
              <a:t>• M6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4948</TotalTime>
  <Words>674</Words>
  <Application>Microsoft Office PowerPoint</Application>
  <PresentationFormat>Custom</PresentationFormat>
  <Paragraphs>88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Nagendra Panda (Intelligenz IT)</cp:lastModifiedBy>
  <cp:revision>5</cp:revision>
  <dcterms:created xsi:type="dcterms:W3CDTF">2013-01-27T09:14:16Z</dcterms:created>
  <dcterms:modified xsi:type="dcterms:W3CDTF">2026-07-09T06:26:12Z</dcterms:modified>
  <cp:category/>
</cp:coreProperties>
</file>