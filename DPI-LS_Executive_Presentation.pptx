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DPI-LS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Executive Summary: Operationalizing Agent Observability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A855F7"/>
                </a:solidFill>
                <a:latin typeface="Arial"/>
              </a:defRPr>
            </a:pPr>
            <a:r>
              <a:t>WHAT IS DPI-LS?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DPI-LS (Digital Performance Index for AI Agents) is an enterprise-grade scoring engine that measures AI Agent performance across 7 business dimensions.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Bridges the gap between raw backend telemetry and executive business KPIs.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Current Target Agent: 'Chandra FinOps' - an autonomous agent auditing cloud billing systems.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Latest Verified Score: 95.9 / 100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Performance Band: EXCEPTIONAL (C-Suite &amp; Auditor ready).</a:t>
            </a:r>
          </a:p>
          <a:p>
            <a:pPr>
              <a:spcAft>
                <a:spcPts val="800"/>
              </a:spcAft>
              <a:defRPr sz="1300">
                <a:solidFill>
                  <a:srgbClr val="E5E7EB"/>
                </a:solidFill>
                <a:latin typeface="Arial"/>
              </a:defRPr>
            </a:pPr>
            <a:r>
              <a:t>• Telemetry Integration Status: Fully operational in local, sandbox and staging environments.</a:t>
            </a:r>
          </a:p>
        </p:txBody>
      </p:sp>
      <p:pic>
        <p:nvPicPr>
          <p:cNvPr id="6" name="Picture 5" descr="media__1782293267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The Enterprise AI Blindspot: Six Key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Organizations are deploying AI Agents at scale, yet they lack the tools to audit their operational and financial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IS THE AI PRODUCTIVE?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How many outputs are completed?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What is the baseline output?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How does it scale per period?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IS THE AI ACCURATE?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Are hallucinations tracked?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Is groundedness monitored?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Is output aligned with source data?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011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48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IS THE AI COST-EFFECTIVE?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What is the cost per output?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Model vs. Infra vs. Storage?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ROI compared to human FTE?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IS THE AI GOVERNED?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Are compliance rules enforced?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Policy violations detected?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Are guardrails active?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297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IS THE AI VALIDATED?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Are tools audit-ready?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Component dependencies logged?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Are checks verified at runtime?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297680"/>
            <a:ext cx="347472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4348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IS THE AI SCALABLE?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CPU &amp; host utilization rates?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System latencies and errors?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Exceptions tracked per run?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Telemetry-to-Score Architecture &amp;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1. Agent Run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Chandra Agent executes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2. OpenTelemetry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Instruments SDK &amp; LLM calls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3. Arize Phoenix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LLM Eval &amp; span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4. MLflow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Run &amp; GenAI trace logging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114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5. Langfuse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Trace &amp; latency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6. Prometheus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Gauges &amp; counters ingest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114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7. Grafana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Executive dashboard visualization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2468880" cy="1645920"/>
          </a:xfrm>
          <a:prstGeom prst="roundRect">
            <a:avLst/>
          </a:prstGeom>
          <a:solidFill>
            <a:srgbClr val="181E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8. DPI-LS Engine</a:t>
            </a:r>
          </a:p>
          <a:p>
            <a:pPr algn="ctr">
              <a:spcBef>
                <a:spcPts val="800"/>
              </a:spcBef>
              <a:defRPr sz="1000">
                <a:solidFill>
                  <a:srgbClr val="E5E7EB"/>
                </a:solidFill>
                <a:latin typeface="Arial"/>
              </a:defRPr>
            </a:pPr>
            <a:r>
              <a:t>Scoring &amp; API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SCORING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The Seven Dimensions of AI Agent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5486400"/>
                <a:gridCol w="2679192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Business Purpose / Definition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Telemetry Source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Productivity (P)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Normalizes agent output against target baseline (Outputs / baseline).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Observations API / DB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Quality (Q)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Calculates QA Accuracy, Groundedness (Consistency), &amp; Hallucinations.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Arize Phoenix / Langfuse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Execution (E)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Tracks run attempts, success rate, system latencies, and CPU.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Agent Runner / Host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Risk (R)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Monitors execution failures, exception events, and incident logs.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Prometheus / Langfuse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Governance (G)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Enforces organization policy limits, guardrails, &amp; cost flags.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Audit Trail / DB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Validation (V)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Verifies all required components are audit-ready at runtime.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OpenTelemetry / MLflow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Cost (C)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Measures AI cost against human baseline to verify FTE savings.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Prometheus / MLflow / API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EXECUTIVE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Dashboard Overview: Unified Agent Performance 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EXECUTIVE KPI SUMMARY</a:t>
            </a:r>
          </a:p>
          <a:p>
            <a:pPr>
              <a:spcAft>
                <a:spcPts val="8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DPI-LS aggregates all 7 dimensions into a single score: 96 / 100.</a:t>
            </a:r>
          </a:p>
          <a:p>
            <a:pPr>
              <a:spcAft>
                <a:spcPts val="8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Measured Dimensions: 7/7 (Complete coverage of productivity, quality, execution, risk, governance, validation, and cost).</a:t>
            </a:r>
          </a:p>
          <a:p>
            <a:pPr>
              <a:spcAft>
                <a:spcPts val="8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Current Rating Band: Exceptional. Indicates the AI agent operates at maximum efficiency and has met all governance requirements.</a:t>
            </a:r>
          </a:p>
          <a:p>
            <a:pPr>
              <a:spcAft>
                <a:spcPts val="8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Designed for non-technical stakeholders to quickly assess compliance, efficiency, and ROI without inspecting code.</a:t>
            </a:r>
          </a:p>
        </p:txBody>
      </p:sp>
      <p:pic>
        <p:nvPicPr>
          <p:cNvPr id="6" name="Picture 5" descr="media__1782293267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BUSINESS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Cost Dimension: Human vs. AI Cost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CURRENT COST VALUES (USD)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AI Cost Per Output: $0.0077 (Highly optimized)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Human Cost Per Output: $50.00 (FTE baseline)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Prompt Cost (USD): $0.0337 (6,748 input tokens)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Completion Cost (USD): $0.0148 (985 output tokens)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Total Cost of Ownership (TCO): $50.0077 (Includes human baseline)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Cost Efficiency Ratio: 0.0155%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COST SCORING FORMULA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Cost Score = min(1, Human Cost ÷ AI Cost) * Utilization</a:t>
            </a:r>
            <a:br/>
            <a:r>
              <a:t>Weighted Contribution: 1 * 5% = 5.0 (Maximum score achieved)</a:t>
            </a:r>
          </a:p>
        </p:txBody>
      </p:sp>
      <p:pic>
        <p:nvPicPr>
          <p:cNvPr id="6" name="Picture 5" descr="media__1782293286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VALIDATION (V)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Validation Dimension: Multi-Component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VALIDATION METRICS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Required Components: 2 (Baseline configuration checks)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Validated Components: 2 (Verified at runtime)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Validation Score: 100.0% (Maximum compliance)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Ensures that before agent calculations are accepted, all necessary upstream libraries, API keys, and databases are verified.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Integrated directly into MLflow and Arize Phoenix traces to act as an automatic quality gate.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VALIDATION SCORING FORMULA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V = Validated Components ÷ Total Required</a:t>
            </a:r>
            <a:br/>
            <a:r>
              <a:t>Weighted Contribution: 1.0 * 10% = 10.0 (Maximum score)</a:t>
            </a:r>
          </a:p>
        </p:txBody>
      </p:sp>
      <p:pic>
        <p:nvPicPr>
          <p:cNvPr id="6" name="Picture 5" descr="media__1782293286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QUALITY (Q)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Quality Dimension: Groundedness &amp;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QUALITY ATTRIBUTES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QA Accuracy: 85% (Target model performs high-grade classification)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Groundedness (Consistency): 100% (No facts contradictions)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Hallucination Rate: 100% (0% hallucination rate mapped to score scale)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User Feedback: N/A (Pending metric implementation)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Weighted Q-Score: 15.9 out of 20% (Aggregated via dynamic evaluator)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QUALITY SCORING FORMULA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Q = w_acc * Accuracy + w_con * Consistency + w_hal * (1 - Hallucination)</a:t>
            </a:r>
            <a:br/>
            <a:r>
              <a:t>Weighted Contribution: 0.795 * 20% = 15.9</a:t>
            </a:r>
          </a:p>
        </p:txBody>
      </p:sp>
      <p:pic>
        <p:nvPicPr>
          <p:cNvPr id="6" name="Picture 5" descr="media__1782293267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RESOURCE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Resource Evaluation Framework: Verification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THE 5-STEP RESOURCE WORKFLOW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1: Initialize Integration - Install SDK and configure endpoint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2: Instrument Agent Code - Wrap code with telemetry hooks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3: Execute the Test Run - Execute agent to pipe real data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4: Verify Detection Status - Verify log data in telemetry store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Step 5: Log the Results - Update master table and set Status=SUCCESS</a:t>
            </a:r>
          </a:p>
          <a:p>
            <a:br/>
            <a:pPr>
              <a:defRPr sz="1200" b="1">
                <a:solidFill>
                  <a:srgbClr val="9CA3AF"/>
                </a:solidFill>
                <a:latin typeface="Arial"/>
              </a:defRPr>
            </a:pPr>
            <a:r>
              <a:t>Active metrics: 84 metrics detected across 96 evaluations.</a:t>
            </a:r>
          </a:p>
        </p:txBody>
      </p:sp>
      <p:pic>
        <p:nvPicPr>
          <p:cNvPr id="6" name="Picture 5" descr="media__17822933107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PHOENIX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Arize Phoenix: Real-Time Trace &amp; LLM Eval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PHOENIX TELEMETRY SUMMARY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Port: 6006 (Arize Phoenix server)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Captures complete agent execution traces, spans, and call hierarchy.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Logs prompt values, LLM generation outputs, and system latency.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Evaluations include QA Accuracy, groundedness, and hallucination scores.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Latest trace logged: 'ChandraFinOpsRun' (Trace ID eff6789454034261ddb8975449697477)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Ensures full audit-trail capacity for all GenAI LLM steps.</a:t>
            </a:r>
          </a:p>
        </p:txBody>
      </p:sp>
      <p:pic>
        <p:nvPicPr>
          <p:cNvPr id="6" name="Picture 5" descr="media__17822933107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MLFLOW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MLflow Observability: Experiment &amp; Run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MLFLOW METRIC INTEGRATION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Tracking URI: http://localhost:5000 (SQLite backed backend store)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Experiment ID 4: 'Chandra FinOps' dedicated workspace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Tracks model inputs, output responses, execution metadata, parameters, and evaluated metrics.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GenAI Traces: Embedded GenAI traces are successfully recorded under the runs tab.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Integrates with OpenTelemetry dual-export to capture identical traces.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Proves the agent runs are standardized, tracked, and registered in corporate registry.</a:t>
            </a:r>
          </a:p>
        </p:txBody>
      </p:sp>
      <p:pic>
        <p:nvPicPr>
          <p:cNvPr id="6" name="Picture 5" descr="media__1782293286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API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Backend Evidence: API-Driven Data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API RESULT ENDPOINT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Endpoint: /api/cost-evaluation/results (FastAPI core)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Returns JSON array listing latest evaluations for all resources.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Guarantees data transparency: values on the dashboard are not mocked or hardcoded.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Provides verification status, evidence statements, and run execution status.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Can be integrated into third-party enterprise tools or CI/CD pipelines.</a:t>
            </a:r>
          </a:p>
        </p:txBody>
      </p:sp>
      <p:pic>
        <p:nvPicPr>
          <p:cNvPr id="6" name="Picture 5" descr="media__17822933334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End-to-End Telemetry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1828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5E7EB"/>
                </a:solidFill>
                <a:latin typeface="Arial"/>
              </a:defRPr>
            </a:pPr>
            <a:r>
              <a:t>1. Agent Execution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test_agent.py executes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474720" cy="1828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5E7EB"/>
                </a:solidFill>
                <a:latin typeface="Arial"/>
              </a:defRPr>
            </a:pPr>
            <a:r>
              <a:t>2. Telemetry Pipe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OTLP sends traces to Phoenix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474720" cy="1828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5E7EB"/>
                </a:solidFill>
                <a:latin typeface="Arial"/>
              </a:defRPr>
            </a:pPr>
            <a:r>
              <a:t>3. Run Registry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MLflow registers run &amp;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3474720" cy="1828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5E7EB"/>
                </a:solidFill>
                <a:latin typeface="Arial"/>
              </a:defRPr>
            </a:pPr>
            <a:r>
              <a:t>4. Database Ingest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FastAPI writes to dpi_ls.db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23360"/>
            <a:ext cx="3474720" cy="1828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5E7EB"/>
                </a:solidFill>
                <a:latin typeface="Arial"/>
              </a:defRPr>
            </a:pPr>
            <a:r>
              <a:t>5. API Evaluation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Results computed &amp; 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023360"/>
            <a:ext cx="3474720" cy="18288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5E7EB"/>
                </a:solidFill>
                <a:latin typeface="Arial"/>
              </a:defRPr>
            </a:pPr>
            <a:r>
              <a:t>6. Executive Score</a:t>
            </a:r>
          </a:p>
          <a:p>
            <a:pPr algn="ctr">
              <a:defRPr sz="1100">
                <a:solidFill>
                  <a:srgbClr val="9CA3AF"/>
                </a:solidFill>
                <a:latin typeface="Arial"/>
              </a:defRPr>
            </a:pPr>
            <a:r>
              <a:t>Grafana/UI displays rating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AUDIT &amp;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Identified System &amp; Telemetry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6519672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9E0B"/>
                          </a:solidFill>
                          <a:latin typeface="Arial"/>
                        </a:rPr>
                        <a:t>Identified Telemetry Gap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9E0B"/>
                          </a:solidFill>
                          <a:latin typeface="Arial"/>
                        </a:rPr>
                        <a:t>Current Status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9E0B"/>
                          </a:solidFill>
                          <a:latin typeface="Arial"/>
                        </a:rPr>
                        <a:t>Impact &amp; Proposed Remediation Plan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Infrastructure Cost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Currently models only direct token usage. Needs integrations with AWS ECS/EC2 APIs.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Storage Cost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Database and file storage costs are omitted. Requires S3 and RDS sizing metrics.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User Feedback Score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TELEMETRY MISSING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No real-time user ratings are piped. Needs interface feedback widget integration.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CPU / Host Utilization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TELEMETRY MISSING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Host metrics are unmonitored. Requires process profiling (psutil pipeline).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Phoenix Trace Workspace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NEEDS CLEANUP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Traces are sent to default project workspace. Needs dedicated project naming.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COST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Deep Dive: Ranga's Target Cost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BUSINESS CRITERIA &amp; COMPONENT ROIs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Ranga's Directive: Cost must represent true dollar spend (Model + Infrastructure + Storage) vs. replaced human FTE.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Current Formula (Token-only):</a:t>
            </a:r>
          </a:p>
          <a:p>
            <a:pPr>
              <a:spcAft>
                <a:spcPts val="600"/>
              </a:spcAft>
              <a:defRPr b="1" sz="1200">
                <a:solidFill>
                  <a:srgbClr val="10B981"/>
                </a:solidFill>
                <a:latin typeface="Arial"/>
              </a:defRPr>
            </a:pPr>
            <a:r>
              <a:t>  AI Cost = Model Cost (Tokens)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Future Target Formula (Full TCO):</a:t>
            </a:r>
          </a:p>
          <a:p>
            <a:pPr>
              <a:spcAft>
                <a:spcPts val="600"/>
              </a:spcAft>
              <a:defRPr b="1" sz="1200">
                <a:solidFill>
                  <a:srgbClr val="10B981"/>
                </a:solidFill>
                <a:latin typeface="Arial"/>
              </a:defRPr>
            </a:pPr>
            <a:r>
              <a:t>  AI Cost = Model Cost + Infrastructure Cost + Storage Cost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Allows clients to see actual ROI, ROI %, and Savings % per month.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48640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TARGET INFRASTRUCTURE SOURCES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AWS EC2 / ECS instance runtime costs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AWS Lambda execution count and duration costs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AWS Bedrock custom training &amp; deployment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486400" cy="201168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TARGET STORAGE SOURCES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Amazon S3 bucket volume and API request costs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Amazon RDS instance and IOPs costs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Amazon DynamoDB read/write capacity units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AUTOMATION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Future Vision: Autonomous Resource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AUTO-PROVISIONING DATA FLOW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When a new database, API, or queue is configured in the codebase...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Telemetry exporter automatically registers a resource registry record.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Dashboard queries the new resource status without code modifications.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Evaluator automatically detects and tracks metrics associated with it.</a:t>
            </a:r>
          </a:p>
          <a:p>
            <a:pPr>
              <a:spcAft>
                <a:spcPts val="600"/>
              </a:spcAft>
              <a:defRPr sz="1200">
                <a:solidFill>
                  <a:srgbClr val="E5E7EB"/>
                </a:solidFill>
                <a:latin typeface="Arial"/>
              </a:defRPr>
            </a:pPr>
            <a:r>
              <a:t>• Allows horizontal scalability: zero manual onboarding when new resources are added.</a:t>
            </a:r>
          </a:p>
        </p:txBody>
      </p:sp>
      <p:pic>
        <p:nvPicPr>
          <p:cNvPr id="6" name="Picture 5" descr="media__17822933107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PRESENTER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Recorded Demo Walkthrough: Narration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Arial"/>
              </a:defRPr>
            </a:pPr>
            <a:r>
              <a:t>DEMO SEQUENCE &amp; PRESENTATION BEATS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1. Dashboard [demo.html] — Show unified score (96) and card components.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2. Resources Page [resources.html] — Walk through the 5-step integration status.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3. Arize Phoenix [localhost:6006] — Show trace logs and chandra spans.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4. MLflow UI [localhost:5000] — Walk through registered runs and GenAI traces.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5. Results API [/api/cost-evaluation/results] — Show raw verified JSON data.</a:t>
            </a:r>
          </a:p>
          <a:p>
            <a:pPr>
              <a:spcAft>
                <a:spcPts val="5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6. Grafana Dashboard — Walk through Grafana metrics (Score, TCO, Cost Trend).</a:t>
            </a:r>
          </a:p>
        </p:txBody>
      </p:sp>
      <p:pic>
        <p:nvPicPr>
          <p:cNvPr id="6" name="Picture 5" descr="media__1782293358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Current Build: Completion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COMPLETED &amp; VERIFIED (90%)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FastAPI Backends &amp; SQLite registries fully implemented.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Executive scoring engine (DPI-LS) operational.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Arize Phoenix integration (port 6006) capturing all agent spans.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MLflow integration (port 5000) logging parameters and runs.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Quality evaluations (Groundedness, Accuracy, Hallucination).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Validation compliance workflow (Required vs. Validated components).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Unified dashboard UI &amp; Grafana telemetry scorecard operational.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18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PENDING BACKLOG (10%)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Infrastructure Cost: AWS Cost Explorer integrations.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Storage Cost: AWS S3 &amp; RDS query pipeline.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User Feedback Score: Staging feedback widget integration.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Utilization: CPU host monitor integration (psutil).</a:t>
            </a:r>
          </a:p>
          <a:p>
            <a:pPr>
              <a:spcAft>
                <a:spcPts val="400"/>
              </a:spcAft>
              <a:defRPr sz="1100">
                <a:solidFill>
                  <a:srgbClr val="E5E7EB"/>
                </a:solidFill>
                <a:latin typeface="Arial"/>
              </a:defRPr>
            </a:pPr>
            <a:r>
              <a:t>• Advanced Automation: Autonomous datasource discovery.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Roadmap: Next Steps &amp; Business Metric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4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1828800"/>
                <a:gridCol w="6062472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Target Area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855F7"/>
                          </a:solidFill>
                          <a:latin typeface="Arial"/>
                        </a:rPr>
                        <a:t>Deliverable / Technical Outcome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37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Trace Recovery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B981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Recover Phoenix &amp; MLflow trace synchronization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38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Phoenix Cleanup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855F7"/>
                          </a:solidFill>
                          <a:latin typeface="Arial"/>
                        </a:rPr>
                        <a:t>ACTIVE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Implement project namespaces and trace workspace grouping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39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Feedback Metrics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Pipes user ratings into Prometheus &amp; Langfuse telemetry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40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Utilization Metrics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Integrate psutil agent resource usage profiling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41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Infrastructure Cost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AWS CE API queries for EC2/ECS runtime costs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42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Storage Cost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S3 &amp; RDS storage sizing metric queries</a:t>
                      </a:r>
                    </a:p>
                  </a:txBody>
                  <a:tcPr>
                    <a:solidFill>
                      <a:srgbClr val="181E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E5E7EB"/>
                          </a:solidFill>
                          <a:latin typeface="Arial"/>
                        </a:rPr>
                        <a:t>Phase 43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Business ROI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59E0B"/>
                          </a:solidFill>
                          <a:latin typeface="Arial"/>
                        </a:rPr>
                        <a:t>PLANNED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5E7EB"/>
                          </a:solidFill>
                          <a:latin typeface="Arial"/>
                        </a:rPr>
                        <a:t>ROI % &amp; human-replacement cost savings dashboard widgets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5E7EB"/>
                </a:solidFill>
                <a:latin typeface="Arial"/>
              </a:defRPr>
            </a:pPr>
            <a:r>
              <a:t>Conclusion: Built, Verified &amp;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8288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b="1">
                <a:solidFill>
                  <a:srgbClr val="10B981"/>
                </a:solidFill>
                <a:latin typeface="Arial"/>
              </a:defRPr>
            </a:pPr>
            <a:r>
              <a:t>KEY TAKEAWAYS FOR LEADERSHIP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DPI-LS Scoring Engine &amp; Executive Dashboard are fully operational.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Chandra FinOps agent telemetry successfully integrates across Phoenix, MLflow, Prometheus, and Grafana.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Real-time traces and compliance criteria are parsed dynamically from raw metrics, not mocked.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System has been successfully audited and verified via multi-run telemetry loop.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Current build is READY FOR RANGA and executive client reviews.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Arial"/>
              </a:defRPr>
            </a:pPr>
            <a:r>
              <a:t>✔  Next immediate focus is building out the AWS Cost Explorer integration for full TCO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