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1"/>
  </p:notesMasterIdLst>
  <p:handoutMasterIdLst>
    <p:handoutMasterId r:id="rId22"/>
  </p:handoutMasterIdLst>
  <p:sldIdLst>
    <p:sldId id="334" r:id="rId5"/>
    <p:sldId id="316" r:id="rId6"/>
    <p:sldId id="342" r:id="rId7"/>
    <p:sldId id="350" r:id="rId8"/>
    <p:sldId id="352" r:id="rId9"/>
    <p:sldId id="355" r:id="rId10"/>
    <p:sldId id="356" r:id="rId11"/>
    <p:sldId id="357" r:id="rId12"/>
    <p:sldId id="337" r:id="rId13"/>
    <p:sldId id="324" r:id="rId14"/>
    <p:sldId id="359" r:id="rId15"/>
    <p:sldId id="343" r:id="rId16"/>
    <p:sldId id="353" r:id="rId17"/>
    <p:sldId id="358" r:id="rId18"/>
    <p:sldId id="346" r:id="rId19"/>
    <p:sldId id="34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675774-5C2F-4044-9F27-B423934C6388}" v="2" dt="2026-05-13T07:55:39.558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84967" autoAdjust="0"/>
  </p:normalViewPr>
  <p:slideViewPr>
    <p:cSldViewPr snapToGrid="0">
      <p:cViewPr varScale="1">
        <p:scale>
          <a:sx n="74" d="100"/>
          <a:sy n="74" d="100"/>
        </p:scale>
        <p:origin x="192" y="40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ga (Intelligenz IT)" userId="41091520-2221-420d-8db3-25ce12dc0999" providerId="ADAL" clId="{F2D762CE-0319-4E45-84B6-CB2685227227}"/>
    <pc:docChg chg="undo custSel addSld delSld modSld sldOrd">
      <pc:chgData name="Ranga (Intelligenz IT)" userId="41091520-2221-420d-8db3-25ce12dc0999" providerId="ADAL" clId="{F2D762CE-0319-4E45-84B6-CB2685227227}" dt="2026-04-29T09:59:03.738" v="2408" actId="1076"/>
      <pc:docMkLst>
        <pc:docMk/>
      </pc:docMkLst>
      <pc:sldChg chg="addSp delSp modSp mod">
        <pc:chgData name="Ranga (Intelligenz IT)" userId="41091520-2221-420d-8db3-25ce12dc0999" providerId="ADAL" clId="{F2D762CE-0319-4E45-84B6-CB2685227227}" dt="2026-04-29T08:57:15.014" v="2057" actId="20577"/>
        <pc:sldMkLst>
          <pc:docMk/>
          <pc:sldMk cId="3037812869" sldId="316"/>
        </pc:sldMkLst>
        <pc:spChg chg="mod">
          <ac:chgData name="Ranga (Intelligenz IT)" userId="41091520-2221-420d-8db3-25ce12dc0999" providerId="ADAL" clId="{F2D762CE-0319-4E45-84B6-CB2685227227}" dt="2026-04-29T08:57:15.014" v="2057" actId="20577"/>
          <ac:spMkLst>
            <pc:docMk/>
            <pc:sldMk cId="3037812869" sldId="316"/>
            <ac:spMk id="2" creationId="{9FF243DF-1FE9-01BE-435F-1729F4AB3DE4}"/>
          </ac:spMkLst>
        </pc:spChg>
        <pc:spChg chg="mod">
          <ac:chgData name="Ranga (Intelligenz IT)" userId="41091520-2221-420d-8db3-25ce12dc0999" providerId="ADAL" clId="{F2D762CE-0319-4E45-84B6-CB2685227227}" dt="2026-04-26T05:16:31.624" v="215" actId="14100"/>
          <ac:spMkLst>
            <pc:docMk/>
            <pc:sldMk cId="3037812869" sldId="316"/>
            <ac:spMk id="4" creationId="{BFAF7377-87AF-3A8C-539C-8A9651F5DA33}"/>
          </ac:spMkLst>
        </pc:spChg>
        <pc:picChg chg="mod">
          <ac:chgData name="Ranga (Intelligenz IT)" userId="41091520-2221-420d-8db3-25ce12dc0999" providerId="ADAL" clId="{F2D762CE-0319-4E45-84B6-CB2685227227}" dt="2026-04-25T13:55:10.092" v="140" actId="14826"/>
          <ac:picMkLst>
            <pc:docMk/>
            <pc:sldMk cId="3037812869" sldId="316"/>
            <ac:picMk id="6" creationId="{B520C53E-8329-74AB-5229-BCDE630B2E13}"/>
          </ac:picMkLst>
        </pc:picChg>
      </pc:sldChg>
      <pc:sldChg chg="addSp delSp modSp mod">
        <pc:chgData name="Ranga (Intelligenz IT)" userId="41091520-2221-420d-8db3-25ce12dc0999" providerId="ADAL" clId="{F2D762CE-0319-4E45-84B6-CB2685227227}" dt="2026-04-27T14:07:40.168" v="1854" actId="20577"/>
        <pc:sldMkLst>
          <pc:docMk/>
          <pc:sldMk cId="2102816447" sldId="324"/>
        </pc:sldMkLst>
        <pc:spChg chg="add mod">
          <ac:chgData name="Ranga (Intelligenz IT)" userId="41091520-2221-420d-8db3-25ce12dc0999" providerId="ADAL" clId="{F2D762CE-0319-4E45-84B6-CB2685227227}" dt="2026-04-27T14:07:40.168" v="1854" actId="20577"/>
          <ac:spMkLst>
            <pc:docMk/>
            <pc:sldMk cId="2102816447" sldId="324"/>
            <ac:spMk id="3" creationId="{6C3D6B0E-0FEC-65B6-38D7-AD653AB1A906}"/>
          </ac:spMkLst>
        </pc:spChg>
        <pc:spChg chg="add mod">
          <ac:chgData name="Ranga (Intelligenz IT)" userId="41091520-2221-420d-8db3-25ce12dc0999" providerId="ADAL" clId="{F2D762CE-0319-4E45-84B6-CB2685227227}" dt="2026-04-26T06:52:41.025" v="1334" actId="403"/>
          <ac:spMkLst>
            <pc:docMk/>
            <pc:sldMk cId="2102816447" sldId="324"/>
            <ac:spMk id="4" creationId="{6E616BD5-972E-0F73-9A1E-F9CE4F980F63}"/>
          </ac:spMkLst>
        </pc:spChg>
        <pc:spChg chg="mod">
          <ac:chgData name="Ranga (Intelligenz IT)" userId="41091520-2221-420d-8db3-25ce12dc0999" providerId="ADAL" clId="{F2D762CE-0319-4E45-84B6-CB2685227227}" dt="2026-04-26T06:37:55.055" v="1049" actId="20577"/>
          <ac:spMkLst>
            <pc:docMk/>
            <pc:sldMk cId="2102816447" sldId="324"/>
            <ac:spMk id="5" creationId="{3DFBC94D-0C93-B3DB-B0D3-CF2D51002606}"/>
          </ac:spMkLst>
        </pc:spChg>
        <pc:spChg chg="add mod">
          <ac:chgData name="Ranga (Intelligenz IT)" userId="41091520-2221-420d-8db3-25ce12dc0999" providerId="ADAL" clId="{F2D762CE-0319-4E45-84B6-CB2685227227}" dt="2026-04-26T06:51:35.118" v="1310" actId="1038"/>
          <ac:spMkLst>
            <pc:docMk/>
            <pc:sldMk cId="2102816447" sldId="324"/>
            <ac:spMk id="6" creationId="{F1D6AC94-D0FB-5B65-BD4D-BFA7A0222B1D}"/>
          </ac:spMkLst>
        </pc:spChg>
        <pc:spChg chg="add mod">
          <ac:chgData name="Ranga (Intelligenz IT)" userId="41091520-2221-420d-8db3-25ce12dc0999" providerId="ADAL" clId="{F2D762CE-0319-4E45-84B6-CB2685227227}" dt="2026-04-26T06:51:35.118" v="1310" actId="1038"/>
          <ac:spMkLst>
            <pc:docMk/>
            <pc:sldMk cId="2102816447" sldId="324"/>
            <ac:spMk id="7" creationId="{961AB159-1795-94B3-91F4-69E3FC71CABB}"/>
          </ac:spMkLst>
        </pc:spChg>
        <pc:spChg chg="add mod">
          <ac:chgData name="Ranga (Intelligenz IT)" userId="41091520-2221-420d-8db3-25ce12dc0999" providerId="ADAL" clId="{F2D762CE-0319-4E45-84B6-CB2685227227}" dt="2026-04-26T06:51:28.019" v="1296" actId="1038"/>
          <ac:spMkLst>
            <pc:docMk/>
            <pc:sldMk cId="2102816447" sldId="324"/>
            <ac:spMk id="8" creationId="{BB269200-11C4-5078-6376-1E40645597E3}"/>
          </ac:spMkLst>
        </pc:spChg>
        <pc:spChg chg="add mod">
          <ac:chgData name="Ranga (Intelligenz IT)" userId="41091520-2221-420d-8db3-25ce12dc0999" providerId="ADAL" clId="{F2D762CE-0319-4E45-84B6-CB2685227227}" dt="2026-04-26T06:51:28.019" v="1296" actId="1038"/>
          <ac:spMkLst>
            <pc:docMk/>
            <pc:sldMk cId="2102816447" sldId="324"/>
            <ac:spMk id="9" creationId="{8E31F253-A9FE-A61D-A41B-3CCDCC4CA15C}"/>
          </ac:spMkLst>
        </pc:spChg>
      </pc:sldChg>
      <pc:sldChg chg="addSp delSp modSp mod">
        <pc:chgData name="Ranga (Intelligenz IT)" userId="41091520-2221-420d-8db3-25ce12dc0999" providerId="ADAL" clId="{F2D762CE-0319-4E45-84B6-CB2685227227}" dt="2026-04-29T09:59:03.738" v="2408" actId="1076"/>
        <pc:sldMkLst>
          <pc:docMk/>
          <pc:sldMk cId="2955403071" sldId="334"/>
        </pc:sldMkLst>
        <pc:spChg chg="mod">
          <ac:chgData name="Ranga (Intelligenz IT)" userId="41091520-2221-420d-8db3-25ce12dc0999" providerId="ADAL" clId="{F2D762CE-0319-4E45-84B6-CB2685227227}" dt="2026-04-29T09:57:35.323" v="2379" actId="20577"/>
          <ac:spMkLst>
            <pc:docMk/>
            <pc:sldMk cId="2955403071" sldId="334"/>
            <ac:spMk id="2" creationId="{C3A9968B-2619-4F71-AB00-4C493E120805}"/>
          </ac:spMkLst>
        </pc:spChg>
        <pc:spChg chg="add mod">
          <ac:chgData name="Ranga (Intelligenz IT)" userId="41091520-2221-420d-8db3-25ce12dc0999" providerId="ADAL" clId="{F2D762CE-0319-4E45-84B6-CB2685227227}" dt="2026-04-29T09:51:48.560" v="2364" actId="404"/>
          <ac:spMkLst>
            <pc:docMk/>
            <pc:sldMk cId="2955403071" sldId="334"/>
            <ac:spMk id="3" creationId="{01DC6EA0-7BB9-0786-10C7-15D93F7DAFE9}"/>
          </ac:spMkLst>
        </pc:spChg>
        <pc:spChg chg="add mod">
          <ac:chgData name="Ranga (Intelligenz IT)" userId="41091520-2221-420d-8db3-25ce12dc0999" providerId="ADAL" clId="{F2D762CE-0319-4E45-84B6-CB2685227227}" dt="2026-04-29T09:57:55.142" v="2383" actId="20577"/>
          <ac:spMkLst>
            <pc:docMk/>
            <pc:sldMk cId="2955403071" sldId="334"/>
            <ac:spMk id="5" creationId="{FDA09F3A-A016-96F7-B128-F904912AE632}"/>
          </ac:spMkLst>
        </pc:spChg>
        <pc:spChg chg="add mod">
          <ac:chgData name="Ranga (Intelligenz IT)" userId="41091520-2221-420d-8db3-25ce12dc0999" providerId="ADAL" clId="{F2D762CE-0319-4E45-84B6-CB2685227227}" dt="2026-04-29T09:59:03.738" v="2408" actId="1076"/>
          <ac:spMkLst>
            <pc:docMk/>
            <pc:sldMk cId="2955403071" sldId="334"/>
            <ac:spMk id="7" creationId="{7B5F1DF5-2460-B485-E203-3141BFF9A590}"/>
          </ac:spMkLst>
        </pc:spChg>
        <pc:picChg chg="add mod">
          <ac:chgData name="Ranga (Intelligenz IT)" userId="41091520-2221-420d-8db3-25ce12dc0999" providerId="ADAL" clId="{F2D762CE-0319-4E45-84B6-CB2685227227}" dt="2026-04-29T09:52:15.502" v="2366" actId="1076"/>
          <ac:picMkLst>
            <pc:docMk/>
            <pc:sldMk cId="2955403071" sldId="334"/>
            <ac:picMk id="4" creationId="{8D2EF6AC-B44D-54EB-315F-F2B5BD7C97C8}"/>
          </ac:picMkLst>
        </pc:picChg>
        <pc:picChg chg="add mod">
          <ac:chgData name="Ranga (Intelligenz IT)" userId="41091520-2221-420d-8db3-25ce12dc0999" providerId="ADAL" clId="{F2D762CE-0319-4E45-84B6-CB2685227227}" dt="2026-04-25T14:03:54.798" v="198" actId="14100"/>
          <ac:picMkLst>
            <pc:docMk/>
            <pc:sldMk cId="2955403071" sldId="334"/>
            <ac:picMk id="2050" creationId="{08CD4F94-464A-AD69-540A-7B7E01314DA5}"/>
          </ac:picMkLst>
        </pc:picChg>
      </pc:sldChg>
      <pc:sldChg chg="modSp mod">
        <pc:chgData name="Ranga (Intelligenz IT)" userId="41091520-2221-420d-8db3-25ce12dc0999" providerId="ADAL" clId="{F2D762CE-0319-4E45-84B6-CB2685227227}" dt="2026-04-26T06:37:11.380" v="1037" actId="20577"/>
        <pc:sldMkLst>
          <pc:docMk/>
          <pc:sldMk cId="1941235776" sldId="337"/>
        </pc:sldMkLst>
        <pc:spChg chg="mod">
          <ac:chgData name="Ranga (Intelligenz IT)" userId="41091520-2221-420d-8db3-25ce12dc0999" providerId="ADAL" clId="{F2D762CE-0319-4E45-84B6-CB2685227227}" dt="2026-04-26T06:37:11.380" v="1037" actId="20577"/>
          <ac:spMkLst>
            <pc:docMk/>
            <pc:sldMk cId="1941235776" sldId="337"/>
            <ac:spMk id="2" creationId="{8695A271-8875-6BCE-0A4A-542683BB3917}"/>
          </ac:spMkLst>
        </pc:spChg>
        <pc:picChg chg="mod">
          <ac:chgData name="Ranga (Intelligenz IT)" userId="41091520-2221-420d-8db3-25ce12dc0999" providerId="ADAL" clId="{F2D762CE-0319-4E45-84B6-CB2685227227}" dt="2026-04-25T14:00:25.227" v="150" actId="14826"/>
          <ac:picMkLst>
            <pc:docMk/>
            <pc:sldMk cId="1941235776" sldId="337"/>
            <ac:picMk id="7" creationId="{DABEABE1-2983-8759-E3F7-CCC6330C6BA1}"/>
          </ac:picMkLst>
        </pc:picChg>
      </pc:sldChg>
      <pc:sldChg chg="addSp delSp modSp mod">
        <pc:chgData name="Ranga (Intelligenz IT)" userId="41091520-2221-420d-8db3-25ce12dc0999" providerId="ADAL" clId="{F2D762CE-0319-4E45-84B6-CB2685227227}" dt="2026-04-26T06:50:14.558" v="1270" actId="14826"/>
        <pc:sldMkLst>
          <pc:docMk/>
          <pc:sldMk cId="1450287420" sldId="342"/>
        </pc:sldMkLst>
        <pc:spChg chg="mod">
          <ac:chgData name="Ranga (Intelligenz IT)" userId="41091520-2221-420d-8db3-25ce12dc0999" providerId="ADAL" clId="{F2D762CE-0319-4E45-84B6-CB2685227227}" dt="2026-04-26T05:28:31.698" v="241" actId="20577"/>
          <ac:spMkLst>
            <pc:docMk/>
            <pc:sldMk cId="1450287420" sldId="342"/>
            <ac:spMk id="12" creationId="{F64C0E11-7DE4-D558-C3EF-9B3C7A9BF17D}"/>
          </ac:spMkLst>
        </pc:spChg>
        <pc:graphicFrameChg chg="add mod modGraphic">
          <ac:chgData name="Ranga (Intelligenz IT)" userId="41091520-2221-420d-8db3-25ce12dc0999" providerId="ADAL" clId="{F2D762CE-0319-4E45-84B6-CB2685227227}" dt="2026-04-26T05:47:09.903" v="672"/>
          <ac:graphicFrameMkLst>
            <pc:docMk/>
            <pc:sldMk cId="1450287420" sldId="342"/>
            <ac:graphicFrameMk id="6" creationId="{7668A9DF-CA14-3D42-8A2A-7402BDDDEE56}"/>
          </ac:graphicFrameMkLst>
        </pc:graphicFrameChg>
        <pc:picChg chg="mod">
          <ac:chgData name="Ranga (Intelligenz IT)" userId="41091520-2221-420d-8db3-25ce12dc0999" providerId="ADAL" clId="{F2D762CE-0319-4E45-84B6-CB2685227227}" dt="2026-04-26T06:50:14.558" v="1270" actId="14826"/>
          <ac:picMkLst>
            <pc:docMk/>
            <pc:sldMk cId="1450287420" sldId="342"/>
            <ac:picMk id="13" creationId="{06CC7187-0D55-8D17-DB17-83EAB1EF8D05}"/>
          </ac:picMkLst>
        </pc:picChg>
      </pc:sldChg>
      <pc:sldChg chg="modSp mod">
        <pc:chgData name="Ranga (Intelligenz IT)" userId="41091520-2221-420d-8db3-25ce12dc0999" providerId="ADAL" clId="{F2D762CE-0319-4E45-84B6-CB2685227227}" dt="2026-04-26T06:53:58.084" v="1364" actId="113"/>
        <pc:sldMkLst>
          <pc:docMk/>
          <pc:sldMk cId="3962753978" sldId="343"/>
        </pc:sldMkLst>
        <pc:spChg chg="mod">
          <ac:chgData name="Ranga (Intelligenz IT)" userId="41091520-2221-420d-8db3-25ce12dc0999" providerId="ADAL" clId="{F2D762CE-0319-4E45-84B6-CB2685227227}" dt="2026-04-26T06:53:58.084" v="1364" actId="113"/>
          <ac:spMkLst>
            <pc:docMk/>
            <pc:sldMk cId="3962753978" sldId="343"/>
            <ac:spMk id="3" creationId="{338A9D03-6CF8-D31E-2E06-88AEBCEF7D9B}"/>
          </ac:spMkLst>
        </pc:spChg>
        <pc:picChg chg="mod">
          <ac:chgData name="Ranga (Intelligenz IT)" userId="41091520-2221-420d-8db3-25ce12dc0999" providerId="ADAL" clId="{F2D762CE-0319-4E45-84B6-CB2685227227}" dt="2026-04-25T14:01:27.003" v="151" actId="14826"/>
          <ac:picMkLst>
            <pc:docMk/>
            <pc:sldMk cId="3962753978" sldId="343"/>
            <ac:picMk id="6" creationId="{56606EF5-1CC7-5421-5CF4-C03704056CCA}"/>
          </ac:picMkLst>
        </pc:picChg>
      </pc:sldChg>
      <pc:sldChg chg="modSp mod">
        <pc:chgData name="Ranga (Intelligenz IT)" userId="41091520-2221-420d-8db3-25ce12dc0999" providerId="ADAL" clId="{F2D762CE-0319-4E45-84B6-CB2685227227}" dt="2026-04-26T07:23:00.355" v="1842" actId="255"/>
        <pc:sldMkLst>
          <pc:docMk/>
          <pc:sldMk cId="719664809" sldId="346"/>
        </pc:sldMkLst>
        <pc:spChg chg="mod">
          <ac:chgData name="Ranga (Intelligenz IT)" userId="41091520-2221-420d-8db3-25ce12dc0999" providerId="ADAL" clId="{F2D762CE-0319-4E45-84B6-CB2685227227}" dt="2026-04-26T07:14:27.460" v="1806" actId="313"/>
          <ac:spMkLst>
            <pc:docMk/>
            <pc:sldMk cId="719664809" sldId="346"/>
            <ac:spMk id="2" creationId="{D58E24D3-07BE-C483-3F42-95EEE83332F6}"/>
          </ac:spMkLst>
        </pc:spChg>
        <pc:spChg chg="mod">
          <ac:chgData name="Ranga (Intelligenz IT)" userId="41091520-2221-420d-8db3-25ce12dc0999" providerId="ADAL" clId="{F2D762CE-0319-4E45-84B6-CB2685227227}" dt="2026-04-26T07:23:00.355" v="1842" actId="255"/>
          <ac:spMkLst>
            <pc:docMk/>
            <pc:sldMk cId="719664809" sldId="346"/>
            <ac:spMk id="18" creationId="{828FD192-492A-A40D-E86A-BABC77587C80}"/>
          </ac:spMkLst>
        </pc:spChg>
      </pc:sldChg>
      <pc:sldChg chg="addSp modSp mod">
        <pc:chgData name="Ranga (Intelligenz IT)" userId="41091520-2221-420d-8db3-25ce12dc0999" providerId="ADAL" clId="{F2D762CE-0319-4E45-84B6-CB2685227227}" dt="2026-04-29T09:52:25.410" v="2368" actId="1076"/>
        <pc:sldMkLst>
          <pc:docMk/>
          <pc:sldMk cId="4273949180" sldId="349"/>
        </pc:sldMkLst>
        <pc:picChg chg="add mod">
          <ac:chgData name="Ranga (Intelligenz IT)" userId="41091520-2221-420d-8db3-25ce12dc0999" providerId="ADAL" clId="{F2D762CE-0319-4E45-84B6-CB2685227227}" dt="2026-04-29T09:52:25.410" v="2368" actId="1076"/>
          <ac:picMkLst>
            <pc:docMk/>
            <pc:sldMk cId="4273949180" sldId="349"/>
            <ac:picMk id="3" creationId="{3E6146E4-5876-8433-7A63-5BBB6D67149A}"/>
          </ac:picMkLst>
        </pc:picChg>
        <pc:picChg chg="mod">
          <ac:chgData name="Ranga (Intelligenz IT)" userId="41091520-2221-420d-8db3-25ce12dc0999" providerId="ADAL" clId="{F2D762CE-0319-4E45-84B6-CB2685227227}" dt="2026-04-25T14:03:00.911" v="152" actId="14826"/>
          <ac:picMkLst>
            <pc:docMk/>
            <pc:sldMk cId="4273949180" sldId="349"/>
            <ac:picMk id="5" creationId="{DE72DC91-8DC9-B68C-C1D3-8F5273481A74}"/>
          </ac:picMkLst>
        </pc:picChg>
      </pc:sldChg>
      <pc:sldChg chg="delSp modSp mod">
        <pc:chgData name="Ranga (Intelligenz IT)" userId="41091520-2221-420d-8db3-25ce12dc0999" providerId="ADAL" clId="{F2D762CE-0319-4E45-84B6-CB2685227227}" dt="2026-04-26T06:50:27.753" v="1271" actId="14826"/>
        <pc:sldMkLst>
          <pc:docMk/>
          <pc:sldMk cId="1592040401" sldId="350"/>
        </pc:sldMkLst>
        <pc:spChg chg="mod">
          <ac:chgData name="Ranga (Intelligenz IT)" userId="41091520-2221-420d-8db3-25ce12dc0999" providerId="ADAL" clId="{F2D762CE-0319-4E45-84B6-CB2685227227}" dt="2026-04-26T06:21:43.143" v="927" actId="113"/>
          <ac:spMkLst>
            <pc:docMk/>
            <pc:sldMk cId="1592040401" sldId="350"/>
            <ac:spMk id="3" creationId="{34BA57E8-2F17-30EA-E0C0-4E89570C6BD1}"/>
          </ac:spMkLst>
        </pc:spChg>
        <pc:spChg chg="mod">
          <ac:chgData name="Ranga (Intelligenz IT)" userId="41091520-2221-420d-8db3-25ce12dc0999" providerId="ADAL" clId="{F2D762CE-0319-4E45-84B6-CB2685227227}" dt="2026-04-26T05:37:32.808" v="379" actId="207"/>
          <ac:spMkLst>
            <pc:docMk/>
            <pc:sldMk cId="1592040401" sldId="350"/>
            <ac:spMk id="12" creationId="{306E7CF9-3423-0FBA-C5B3-C5EA0E1A0359}"/>
          </ac:spMkLst>
        </pc:spChg>
        <pc:picChg chg="mod">
          <ac:chgData name="Ranga (Intelligenz IT)" userId="41091520-2221-420d-8db3-25ce12dc0999" providerId="ADAL" clId="{F2D762CE-0319-4E45-84B6-CB2685227227}" dt="2026-04-26T06:50:27.753" v="1271" actId="14826"/>
          <ac:picMkLst>
            <pc:docMk/>
            <pc:sldMk cId="1592040401" sldId="350"/>
            <ac:picMk id="13" creationId="{ABE4C221-CB48-C2BD-D73D-8D019DE6881C}"/>
          </ac:picMkLst>
        </pc:picChg>
      </pc:sldChg>
      <pc:sldChg chg="addSp delSp modSp mod ord">
        <pc:chgData name="Ranga (Intelligenz IT)" userId="41091520-2221-420d-8db3-25ce12dc0999" providerId="ADAL" clId="{F2D762CE-0319-4E45-84B6-CB2685227227}" dt="2026-04-26T07:00:40.143" v="1560" actId="404"/>
        <pc:sldMkLst>
          <pc:docMk/>
          <pc:sldMk cId="1029805209" sldId="352"/>
        </pc:sldMkLst>
        <pc:spChg chg="add mod">
          <ac:chgData name="Ranga (Intelligenz IT)" userId="41091520-2221-420d-8db3-25ce12dc0999" providerId="ADAL" clId="{F2D762CE-0319-4E45-84B6-CB2685227227}" dt="2026-04-26T07:00:40.143" v="1560" actId="404"/>
          <ac:spMkLst>
            <pc:docMk/>
            <pc:sldMk cId="1029805209" sldId="352"/>
            <ac:spMk id="7" creationId="{F1CDD372-140E-9EBB-036E-70813CC1B9F3}"/>
          </ac:spMkLst>
        </pc:spChg>
        <pc:spChg chg="mod">
          <ac:chgData name="Ranga (Intelligenz IT)" userId="41091520-2221-420d-8db3-25ce12dc0999" providerId="ADAL" clId="{F2D762CE-0319-4E45-84B6-CB2685227227}" dt="2026-04-26T06:58:41.725" v="1470" actId="1035"/>
          <ac:spMkLst>
            <pc:docMk/>
            <pc:sldMk cId="1029805209" sldId="352"/>
            <ac:spMk id="12" creationId="{F4D59F93-E692-51E7-3B88-E160D7AF81DB}"/>
          </ac:spMkLst>
        </pc:spChg>
        <pc:picChg chg="mod">
          <ac:chgData name="Ranga (Intelligenz IT)" userId="41091520-2221-420d-8db3-25ce12dc0999" providerId="ADAL" clId="{F2D762CE-0319-4E45-84B6-CB2685227227}" dt="2026-04-25T13:59:56.172" v="149" actId="14826"/>
          <ac:picMkLst>
            <pc:docMk/>
            <pc:sldMk cId="1029805209" sldId="352"/>
            <ac:picMk id="13" creationId="{48BF8AC3-DFC1-09C0-96AB-2E3A48409B8A}"/>
          </ac:picMkLst>
        </pc:picChg>
      </pc:sldChg>
      <pc:sldChg chg="addSp delSp modSp mod">
        <pc:chgData name="Ranga (Intelligenz IT)" userId="41091520-2221-420d-8db3-25ce12dc0999" providerId="ADAL" clId="{F2D762CE-0319-4E45-84B6-CB2685227227}" dt="2026-04-29T09:43:16.902" v="2301" actId="20577"/>
        <pc:sldMkLst>
          <pc:docMk/>
          <pc:sldMk cId="1023297794" sldId="353"/>
        </pc:sldMkLst>
        <pc:spChg chg="add mod">
          <ac:chgData name="Ranga (Intelligenz IT)" userId="41091520-2221-420d-8db3-25ce12dc0999" providerId="ADAL" clId="{F2D762CE-0319-4E45-84B6-CB2685227227}" dt="2026-04-29T09:08:50.119" v="2139" actId="1036"/>
          <ac:spMkLst>
            <pc:docMk/>
            <pc:sldMk cId="1023297794" sldId="353"/>
            <ac:spMk id="2" creationId="{005A1413-59EB-1780-22C3-EC8919F271EB}"/>
          </ac:spMkLst>
        </pc:spChg>
        <pc:spChg chg="mod">
          <ac:chgData name="Ranga (Intelligenz IT)" userId="41091520-2221-420d-8db3-25ce12dc0999" providerId="ADAL" clId="{F2D762CE-0319-4E45-84B6-CB2685227227}" dt="2026-04-26T06:44:24.708" v="1230" actId="14100"/>
          <ac:spMkLst>
            <pc:docMk/>
            <pc:sldMk cId="1023297794" sldId="353"/>
            <ac:spMk id="5" creationId="{394A8D91-573A-0841-C1D7-0D98959F2588}"/>
          </ac:spMkLst>
        </pc:spChg>
        <pc:spChg chg="mod">
          <ac:chgData name="Ranga (Intelligenz IT)" userId="41091520-2221-420d-8db3-25ce12dc0999" providerId="ADAL" clId="{F2D762CE-0319-4E45-84B6-CB2685227227}" dt="2026-04-26T06:45:25.492" v="1255" actId="20577"/>
          <ac:spMkLst>
            <pc:docMk/>
            <pc:sldMk cId="1023297794" sldId="353"/>
            <ac:spMk id="6" creationId="{E5157D50-C73C-E5FF-DF1F-CC7FD8308269}"/>
          </ac:spMkLst>
        </pc:spChg>
        <pc:spChg chg="add mod">
          <ac:chgData name="Ranga (Intelligenz IT)" userId="41091520-2221-420d-8db3-25ce12dc0999" providerId="ADAL" clId="{F2D762CE-0319-4E45-84B6-CB2685227227}" dt="2026-04-29T09:43:16.902" v="2301" actId="20577"/>
          <ac:spMkLst>
            <pc:docMk/>
            <pc:sldMk cId="1023297794" sldId="353"/>
            <ac:spMk id="7" creationId="{6888A8D6-F2A9-14FD-7DD9-189AD1EA7689}"/>
          </ac:spMkLst>
        </pc:spChg>
      </pc:sldChg>
      <pc:sldChg chg="modSp add mod">
        <pc:chgData name="Ranga (Intelligenz IT)" userId="41091520-2221-420d-8db3-25ce12dc0999" providerId="ADAL" clId="{F2D762CE-0319-4E45-84B6-CB2685227227}" dt="2026-04-26T07:03:51.661" v="1685" actId="1035"/>
        <pc:sldMkLst>
          <pc:docMk/>
          <pc:sldMk cId="1293300384" sldId="355"/>
        </pc:sldMkLst>
        <pc:spChg chg="mod">
          <ac:chgData name="Ranga (Intelligenz IT)" userId="41091520-2221-420d-8db3-25ce12dc0999" providerId="ADAL" clId="{F2D762CE-0319-4E45-84B6-CB2685227227}" dt="2026-04-26T07:03:48.418" v="1672" actId="1036"/>
          <ac:spMkLst>
            <pc:docMk/>
            <pc:sldMk cId="1293300384" sldId="355"/>
            <ac:spMk id="7" creationId="{DF0016D2-A1B4-67EE-67C9-BF44F076866C}"/>
          </ac:spMkLst>
        </pc:spChg>
        <pc:spChg chg="mod">
          <ac:chgData name="Ranga (Intelligenz IT)" userId="41091520-2221-420d-8db3-25ce12dc0999" providerId="ADAL" clId="{F2D762CE-0319-4E45-84B6-CB2685227227}" dt="2026-04-26T07:03:51.661" v="1685" actId="1035"/>
          <ac:spMkLst>
            <pc:docMk/>
            <pc:sldMk cId="1293300384" sldId="355"/>
            <ac:spMk id="12" creationId="{E2E1CFFE-83C9-4009-74D1-45F62C13070A}"/>
          </ac:spMkLst>
        </pc:spChg>
      </pc:sldChg>
      <pc:sldChg chg="addSp delSp modSp add mod ord">
        <pc:chgData name="Ranga (Intelligenz IT)" userId="41091520-2221-420d-8db3-25ce12dc0999" providerId="ADAL" clId="{F2D762CE-0319-4E45-84B6-CB2685227227}" dt="2026-04-26T07:22:11.778" v="1837" actId="1076"/>
        <pc:sldMkLst>
          <pc:docMk/>
          <pc:sldMk cId="2247626357" sldId="356"/>
        </pc:sldMkLst>
        <pc:spChg chg="mod">
          <ac:chgData name="Ranga (Intelligenz IT)" userId="41091520-2221-420d-8db3-25ce12dc0999" providerId="ADAL" clId="{F2D762CE-0319-4E45-84B6-CB2685227227}" dt="2026-04-26T06:32:15.344" v="980" actId="14100"/>
          <ac:spMkLst>
            <pc:docMk/>
            <pc:sldMk cId="2247626357" sldId="356"/>
            <ac:spMk id="12" creationId="{24FAEC01-D637-3169-5A9E-9519BDDE24A5}"/>
          </ac:spMkLst>
        </pc:spChg>
        <pc:graphicFrameChg chg="add mod modGraphic">
          <ac:chgData name="Ranga (Intelligenz IT)" userId="41091520-2221-420d-8db3-25ce12dc0999" providerId="ADAL" clId="{F2D762CE-0319-4E45-84B6-CB2685227227}" dt="2026-04-26T07:22:11.778" v="1837" actId="1076"/>
          <ac:graphicFrameMkLst>
            <pc:docMk/>
            <pc:sldMk cId="2247626357" sldId="356"/>
            <ac:graphicFrameMk id="2" creationId="{0624078A-A732-3EA6-7E64-60268220DBA6}"/>
          </ac:graphicFrameMkLst>
        </pc:graphicFrameChg>
      </pc:sldChg>
      <pc:sldChg chg="addSp delSp modSp add mod">
        <pc:chgData name="Ranga (Intelligenz IT)" userId="41091520-2221-420d-8db3-25ce12dc0999" providerId="ADAL" clId="{F2D762CE-0319-4E45-84B6-CB2685227227}" dt="2026-04-26T07:08:28.766" v="1759" actId="1076"/>
        <pc:sldMkLst>
          <pc:docMk/>
          <pc:sldMk cId="816615545" sldId="357"/>
        </pc:sldMkLst>
        <pc:spChg chg="mod">
          <ac:chgData name="Ranga (Intelligenz IT)" userId="41091520-2221-420d-8db3-25ce12dc0999" providerId="ADAL" clId="{F2D762CE-0319-4E45-84B6-CB2685227227}" dt="2026-04-26T06:50:51.366" v="1277" actId="20577"/>
          <ac:spMkLst>
            <pc:docMk/>
            <pc:sldMk cId="816615545" sldId="357"/>
            <ac:spMk id="12" creationId="{5665940D-ADEC-522A-5848-C12ECC4499B9}"/>
          </ac:spMkLst>
        </pc:spChg>
        <pc:graphicFrameChg chg="add mod modGraphic">
          <ac:chgData name="Ranga (Intelligenz IT)" userId="41091520-2221-420d-8db3-25ce12dc0999" providerId="ADAL" clId="{F2D762CE-0319-4E45-84B6-CB2685227227}" dt="2026-04-26T07:08:28.766" v="1759" actId="1076"/>
          <ac:graphicFrameMkLst>
            <pc:docMk/>
            <pc:sldMk cId="816615545" sldId="357"/>
            <ac:graphicFrameMk id="3" creationId="{5923D759-5800-41C3-B93F-ABE1EA1216F9}"/>
          </ac:graphicFrameMkLst>
        </pc:graphicFrameChg>
        <pc:picChg chg="mod">
          <ac:chgData name="Ranga (Intelligenz IT)" userId="41091520-2221-420d-8db3-25ce12dc0999" providerId="ADAL" clId="{F2D762CE-0319-4E45-84B6-CB2685227227}" dt="2026-04-26T06:51:04.787" v="1278" actId="14826"/>
          <ac:picMkLst>
            <pc:docMk/>
            <pc:sldMk cId="816615545" sldId="357"/>
            <ac:picMk id="13" creationId="{9475A484-8EE2-8501-F5FF-46662ACB1FD6}"/>
          </ac:picMkLst>
        </pc:picChg>
      </pc:sldChg>
      <pc:sldChg chg="addSp modSp add mod">
        <pc:chgData name="Ranga (Intelligenz IT)" userId="41091520-2221-420d-8db3-25ce12dc0999" providerId="ADAL" clId="{F2D762CE-0319-4E45-84B6-CB2685227227}" dt="2026-04-29T09:44:28.810" v="2323" actId="20577"/>
        <pc:sldMkLst>
          <pc:docMk/>
          <pc:sldMk cId="4190570178" sldId="358"/>
        </pc:sldMkLst>
        <pc:spChg chg="mod">
          <ac:chgData name="Ranga (Intelligenz IT)" userId="41091520-2221-420d-8db3-25ce12dc0999" providerId="ADAL" clId="{F2D762CE-0319-4E45-84B6-CB2685227227}" dt="2026-04-29T09:43:38.175" v="2310" actId="1035"/>
          <ac:spMkLst>
            <pc:docMk/>
            <pc:sldMk cId="4190570178" sldId="358"/>
            <ac:spMk id="2" creationId="{9221752C-D9A8-4092-383F-1E03101837B0}"/>
          </ac:spMkLst>
        </pc:spChg>
        <pc:spChg chg="add mod">
          <ac:chgData name="Ranga (Intelligenz IT)" userId="41091520-2221-420d-8db3-25ce12dc0999" providerId="ADAL" clId="{F2D762CE-0319-4E45-84B6-CB2685227227}" dt="2026-04-29T09:44:28.810" v="2323" actId="20577"/>
          <ac:spMkLst>
            <pc:docMk/>
            <pc:sldMk cId="4190570178" sldId="358"/>
            <ac:spMk id="4" creationId="{52FA6D77-3CBF-1C3B-9B09-4FB23A9A2380}"/>
          </ac:spMkLst>
        </pc:spChg>
        <pc:spChg chg="mod">
          <ac:chgData name="Ranga (Intelligenz IT)" userId="41091520-2221-420d-8db3-25ce12dc0999" providerId="ADAL" clId="{F2D762CE-0319-4E45-84B6-CB2685227227}" dt="2026-04-26T06:46:40.219" v="1261" actId="14100"/>
          <ac:spMkLst>
            <pc:docMk/>
            <pc:sldMk cId="4190570178" sldId="358"/>
            <ac:spMk id="5" creationId="{F75A6CC9-9551-8720-0174-4277655A0636}"/>
          </ac:spMkLst>
        </pc:spChg>
        <pc:spChg chg="mod">
          <ac:chgData name="Ranga (Intelligenz IT)" userId="41091520-2221-420d-8db3-25ce12dc0999" providerId="ADAL" clId="{F2D762CE-0319-4E45-84B6-CB2685227227}" dt="2026-04-26T06:46:46.272" v="1263"/>
          <ac:spMkLst>
            <pc:docMk/>
            <pc:sldMk cId="4190570178" sldId="358"/>
            <ac:spMk id="6" creationId="{86C67F79-1CB0-7AF8-0985-E013857F90FD}"/>
          </ac:spMkLst>
        </pc:spChg>
      </pc:sldChg>
      <pc:sldChg chg="addSp delSp modSp add mod modClrScheme chgLayout">
        <pc:chgData name="Ranga (Intelligenz IT)" userId="41091520-2221-420d-8db3-25ce12dc0999" providerId="ADAL" clId="{F2D762CE-0319-4E45-84B6-CB2685227227}" dt="2026-04-29T09:51:05.506" v="2333" actId="164"/>
        <pc:sldMkLst>
          <pc:docMk/>
          <pc:sldMk cId="2394671325" sldId="359"/>
        </pc:sldMkLst>
        <pc:spChg chg="mod">
          <ac:chgData name="Ranga (Intelligenz IT)" userId="41091520-2221-420d-8db3-25ce12dc0999" providerId="ADAL" clId="{F2D762CE-0319-4E45-84B6-CB2685227227}" dt="2026-04-29T08:46:10.036" v="1958" actId="1038"/>
          <ac:spMkLst>
            <pc:docMk/>
            <pc:sldMk cId="2394671325" sldId="359"/>
            <ac:spMk id="3" creationId="{BAA79240-72AF-403F-88E3-516C24250C0C}"/>
          </ac:spMkLst>
        </pc:spChg>
        <pc:spChg chg="add mod">
          <ac:chgData name="Ranga (Intelligenz IT)" userId="41091520-2221-420d-8db3-25ce12dc0999" providerId="ADAL" clId="{F2D762CE-0319-4E45-84B6-CB2685227227}" dt="2026-04-29T08:54:04.216" v="1993" actId="207"/>
          <ac:spMkLst>
            <pc:docMk/>
            <pc:sldMk cId="2394671325" sldId="359"/>
            <ac:spMk id="12" creationId="{0F183942-A4C6-C72D-AAAB-95D3FDAAB780}"/>
          </ac:spMkLst>
        </pc:spChg>
        <pc:grpChg chg="add mod">
          <ac:chgData name="Ranga (Intelligenz IT)" userId="41091520-2221-420d-8db3-25ce12dc0999" providerId="ADAL" clId="{F2D762CE-0319-4E45-84B6-CB2685227227}" dt="2026-04-29T09:51:05.506" v="2333" actId="164"/>
          <ac:grpSpMkLst>
            <pc:docMk/>
            <pc:sldMk cId="2394671325" sldId="359"/>
            <ac:grpSpMk id="2" creationId="{09A90A6F-89AA-3CA1-F972-BC1C692B9F19}"/>
          </ac:grpSpMkLst>
        </pc:grpChg>
        <pc:picChg chg="add mod modCrop">
          <ac:chgData name="Ranga (Intelligenz IT)" userId="41091520-2221-420d-8db3-25ce12dc0999" providerId="ADAL" clId="{F2D762CE-0319-4E45-84B6-CB2685227227}" dt="2026-04-29T09:51:05.506" v="2333" actId="164"/>
          <ac:picMkLst>
            <pc:docMk/>
            <pc:sldMk cId="2394671325" sldId="359"/>
            <ac:picMk id="10" creationId="{7C5A3844-D50F-1B23-45CD-914EF7E6FD78}"/>
          </ac:picMkLst>
        </pc:picChg>
        <pc:picChg chg="add mod">
          <ac:chgData name="Ranga (Intelligenz IT)" userId="41091520-2221-420d-8db3-25ce12dc0999" providerId="ADAL" clId="{F2D762CE-0319-4E45-84B6-CB2685227227}" dt="2026-04-29T09:51:05.506" v="2333" actId="164"/>
          <ac:picMkLst>
            <pc:docMk/>
            <pc:sldMk cId="2394671325" sldId="359"/>
            <ac:picMk id="1028" creationId="{572AA2F6-208A-5EC4-8D10-50D6C24744C9}"/>
          </ac:picMkLst>
        </pc:picChg>
      </pc:sldChg>
    </pc:docChg>
  </pc:docChgLst>
  <pc:docChgLst>
    <pc:chgData name="Palakodeti Venkateswara Rao (Intelligenz IT)" userId="7b2b4beb-670a-4499-bd81-bfcf3a2f54d9" providerId="ADAL" clId="{505B866E-01C9-465D-8AC4-29AEF3541F51}"/>
    <pc:docChg chg="modSld">
      <pc:chgData name="Palakodeti Venkateswara Rao (Intelligenz IT)" userId="7b2b4beb-670a-4499-bd81-bfcf3a2f54d9" providerId="ADAL" clId="{505B866E-01C9-465D-8AC4-29AEF3541F51}" dt="2026-05-13T07:55:39.558" v="6"/>
      <pc:docMkLst>
        <pc:docMk/>
      </pc:docMkLst>
      <pc:sldChg chg="addSp modSp mod">
        <pc:chgData name="Palakodeti Venkateswara Rao (Intelligenz IT)" userId="7b2b4beb-670a-4499-bd81-bfcf3a2f54d9" providerId="ADAL" clId="{505B866E-01C9-465D-8AC4-29AEF3541F51}" dt="2026-05-13T07:55:39.558" v="6"/>
        <pc:sldMkLst>
          <pc:docMk/>
          <pc:sldMk cId="2394671325" sldId="359"/>
        </pc:sldMkLst>
        <pc:picChg chg="add mod">
          <ac:chgData name="Palakodeti Venkateswara Rao (Intelligenz IT)" userId="7b2b4beb-670a-4499-bd81-bfcf3a2f54d9" providerId="ADAL" clId="{505B866E-01C9-465D-8AC4-29AEF3541F51}" dt="2026-05-13T07:55:31.474" v="3" actId="1076"/>
          <ac:picMkLst>
            <pc:docMk/>
            <pc:sldMk cId="2394671325" sldId="359"/>
            <ac:picMk id="5" creationId="{4DBE8EBE-63F6-2B12-A157-0736944203E6}"/>
          </ac:picMkLst>
        </pc:picChg>
        <pc:picChg chg="add mod">
          <ac:chgData name="Palakodeti Venkateswara Rao (Intelligenz IT)" userId="7b2b4beb-670a-4499-bd81-bfcf3a2f54d9" providerId="ADAL" clId="{505B866E-01C9-465D-8AC4-29AEF3541F51}" dt="2026-05-13T07:55:37.367" v="5" actId="1076"/>
          <ac:picMkLst>
            <pc:docMk/>
            <pc:sldMk cId="2394671325" sldId="359"/>
            <ac:picMk id="6" creationId="{8682A131-805B-39D5-35A7-36400AEAE024}"/>
          </ac:picMkLst>
        </pc:picChg>
        <pc:picChg chg="add mod">
          <ac:chgData name="Palakodeti Venkateswara Rao (Intelligenz IT)" userId="7b2b4beb-670a-4499-bd81-bfcf3a2f54d9" providerId="ADAL" clId="{505B866E-01C9-465D-8AC4-29AEF3541F51}" dt="2026-05-13T07:55:39.558" v="6"/>
          <ac:picMkLst>
            <pc:docMk/>
            <pc:sldMk cId="2394671325" sldId="359"/>
            <ac:picMk id="7" creationId="{BE3E2E7C-89BA-469A-3328-406324F8FCA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B9CB2-1461-8B74-F234-BB6887F2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95281-9DF3-E296-DAC2-8AF40B777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D2B3A-0B34-20CD-8EA3-D45493CDD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4894A-AD8A-AB4D-2567-CD7A6E249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90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85D6-6421-E895-4315-A315FC6B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866E4-7DD5-3922-A15E-E4DE6BAED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75DB6-468F-B52C-02E5-2A77F5CA9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A82A8-9B25-DCBE-F531-6F3EF1EDE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180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87692-F13A-16EA-551E-3E6C51C2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37C2F-23B6-318F-E144-59A71A82D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2E1D9-FA29-4C6D-C28F-B7B4B6437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0B60-27F7-E2D9-4DC8-D0F0EFB27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214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3392-AE18-D255-8938-9CF8DA1A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D4E5A-F51E-60CB-D7ED-862E7D9C7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2803E-781F-6BD4-0A4A-5BAB18BAA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098D6-9D7C-7B49-07C5-81522FD30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42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31DA7-E98A-D559-E25A-B5137B231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6FCA6-8266-3595-7ADC-99FF5F5EF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B9938-F6F8-7D71-524B-CB926B936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B24AE-666F-96F7-6DE2-11CC2EEF9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39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517C5-8644-549C-C9DC-BEEB15C1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A861E-0CF1-D3CD-BC8C-D30C2DE74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B5E21-1501-CD6A-9C9C-FF365FC59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47ADE-423C-48B3-06E7-98B0A8DC5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587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B3E53-D3E7-680A-1A97-D6AE6C74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026E8-F80E-6353-D463-2E1D370D4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2FB3D-28F1-0D5F-2215-99D1D42DF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1746B-F6E0-8EA7-C8BD-FA486DCC2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083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C1F14-54C0-BFB1-0CC4-387B64E4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64E47-3473-EDF6-26D2-28DB2D127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9C2DF-17D1-8BF0-C07D-CE6208E8F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3E96A-E573-28CD-2204-37A304900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988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penaccessgovernment.org/article/human-centirc-artificial-intelligence-frontier-research-building-industry-capability/155691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punttic.cat/en/article/do-you-know-we-have-missio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1993805"/>
            <a:ext cx="7983110" cy="1444339"/>
          </a:xfrm>
        </p:spPr>
        <p:txBody>
          <a:bodyPr/>
          <a:lstStyle/>
          <a:p>
            <a:r>
              <a:rPr lang="en-US" dirty="0"/>
              <a:t>AI </a:t>
            </a:r>
            <a:br>
              <a:rPr lang="en-US" dirty="0"/>
            </a:br>
            <a:r>
              <a:rPr lang="en-US" sz="4400" dirty="0"/>
              <a:t>Digital companion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2050" name="Picture 2" descr="Regeneron Pipeline &amp; Medicines in Development">
            <a:extLst>
              <a:ext uri="{FF2B5EF4-FFF2-40B4-BE49-F238E27FC236}">
                <a16:creationId xmlns:a16="http://schemas.microsoft.com/office/drawing/2014/main" id="{08CD4F94-464A-AD69-540A-7B7E01314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550" y="6083693"/>
            <a:ext cx="1873918" cy="39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1DC6EA0-7BB9-0786-10C7-15D93F7DAFE9}"/>
              </a:ext>
            </a:extLst>
          </p:cNvPr>
          <p:cNvSpPr txBox="1">
            <a:spLocks/>
          </p:cNvSpPr>
          <p:nvPr/>
        </p:nvSpPr>
        <p:spPr>
          <a:xfrm>
            <a:off x="1521936" y="4836281"/>
            <a:ext cx="7983110" cy="144433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29 APR 2026</a:t>
            </a:r>
            <a:endParaRPr lang="en-US" sz="3200" dirty="0">
              <a:solidFill>
                <a:srgbClr val="243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EF6AC-B44D-54EB-315F-F2B5BD7C9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550" y="77855"/>
            <a:ext cx="1993490" cy="7414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DA09F3A-A016-96F7-B128-F904912AE632}"/>
              </a:ext>
            </a:extLst>
          </p:cNvPr>
          <p:cNvSpPr txBox="1">
            <a:spLocks/>
          </p:cNvSpPr>
          <p:nvPr/>
        </p:nvSpPr>
        <p:spPr>
          <a:xfrm>
            <a:off x="1344327" y="1640465"/>
            <a:ext cx="7983110" cy="144433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243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F1DF5-2460-B485-E203-3141BFF9A590}"/>
              </a:ext>
            </a:extLst>
          </p:cNvPr>
          <p:cNvSpPr txBox="1"/>
          <p:nvPr/>
        </p:nvSpPr>
        <p:spPr>
          <a:xfrm>
            <a:off x="1215991" y="2715974"/>
            <a:ext cx="983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dFTE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 AI a role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1425" r="21425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3"/>
            <a:ext cx="5918068" cy="1458374"/>
          </a:xfrm>
        </p:spPr>
        <p:txBody>
          <a:bodyPr/>
          <a:lstStyle/>
          <a:p>
            <a:r>
              <a:rPr lang="en-US" dirty="0"/>
              <a:t>AI is not just thinking—it’s continuously deciding, accessing, executing, and communicating—requiring real-time governance at every step.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worker maturity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68A9DF-CA14-3D42-8A2A-7402BDDDE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677580"/>
              </p:ext>
            </p:extLst>
          </p:nvPr>
        </p:nvGraphicFramePr>
        <p:xfrm>
          <a:off x="2684761" y="3172490"/>
          <a:ext cx="8597423" cy="236203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14710">
                  <a:extLst>
                    <a:ext uri="{9D8B030D-6E8A-4147-A177-3AD203B41FA5}">
                      <a16:colId xmlns:a16="http://schemas.microsoft.com/office/drawing/2014/main" val="842234432"/>
                    </a:ext>
                  </a:extLst>
                </a:gridCol>
                <a:gridCol w="2316938">
                  <a:extLst>
                    <a:ext uri="{9D8B030D-6E8A-4147-A177-3AD203B41FA5}">
                      <a16:colId xmlns:a16="http://schemas.microsoft.com/office/drawing/2014/main" val="2573450447"/>
                    </a:ext>
                  </a:extLst>
                </a:gridCol>
                <a:gridCol w="5465775">
                  <a:extLst>
                    <a:ext uri="{9D8B030D-6E8A-4147-A177-3AD203B41FA5}">
                      <a16:colId xmlns:a16="http://schemas.microsoft.com/office/drawing/2014/main" val="1227707585"/>
                    </a:ext>
                  </a:extLst>
                </a:gridCol>
              </a:tblGrid>
              <a:tr h="393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Level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Stage</a:t>
                      </a:r>
                      <a:endParaRPr lang="en-IN" sz="16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Governance State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421504"/>
                  </a:ext>
                </a:extLst>
              </a:tr>
              <a:tr h="393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Experiment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None / Reactive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51986"/>
                  </a:ext>
                </a:extLst>
              </a:tr>
              <a:tr h="393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Human in the Loop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Basic guardrails (prompt, access)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943506"/>
                  </a:ext>
                </a:extLst>
              </a:tr>
              <a:tr h="393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Task Ownership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Role-based controls + audit trails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650189"/>
                  </a:ext>
                </a:extLst>
              </a:tr>
              <a:tr h="393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Process Ownership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Real-time monitoring + policy enforcement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9212278"/>
                  </a:ext>
                </a:extLst>
              </a:tr>
              <a:tr h="393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Collaborative worker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Predictive governance + autonomous risk 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319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0A715-0E00-42C8-4454-926C34E79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06E7CF9-3423-0FBA-C5B3-C5EA0E1A0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7927" y="1293223"/>
            <a:ext cx="7498080" cy="1280160"/>
          </a:xfrm>
        </p:spPr>
        <p:txBody>
          <a:bodyPr/>
          <a:lstStyle/>
          <a:p>
            <a:r>
              <a:rPr lang="en-US" dirty="0"/>
              <a:t>Digital FTE </a:t>
            </a:r>
            <a:br>
              <a:rPr lang="en-US" dirty="0"/>
            </a:b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Performance Index – Life Sciences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ABE4C221-CB48-C2BD-D73D-8D019DE688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57E8-2F17-30EA-E0C0-4E89570C6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927" y="3088336"/>
            <a:ext cx="7944280" cy="3319340"/>
          </a:xfrm>
        </p:spPr>
        <p:txBody>
          <a:bodyPr/>
          <a:lstStyle/>
          <a:p>
            <a:r>
              <a:rPr lang="en-US" sz="1600" b="1" dirty="0"/>
              <a:t>DPI-LS = Risk-weighted, compliance-first KPI (0–100) that measures how safely and effectively AI contributes to regulated Life Sciences workflows.</a:t>
            </a:r>
            <a:endParaRPr lang="en-US" sz="1600" dirty="0"/>
          </a:p>
          <a:p>
            <a:pPr lvl="0"/>
            <a:endParaRPr lang="en-IN" sz="800" dirty="0"/>
          </a:p>
          <a:p>
            <a:pPr lvl="0"/>
            <a:r>
              <a:rPr lang="pt-BR" sz="2800" b="1" dirty="0">
                <a:solidFill>
                  <a:schemeClr val="accent1">
                    <a:lumMod val="75000"/>
                  </a:schemeClr>
                </a:solidFill>
              </a:rPr>
              <a:t>DPI-LS</a:t>
            </a:r>
            <a:r>
              <a:rPr lang="pt-BR" sz="2800" dirty="0"/>
              <a:t>=(P×Q1.5×E)×(G1.5×R2)×C×V</a:t>
            </a:r>
          </a:p>
          <a:p>
            <a:pPr lvl="0"/>
            <a:endParaRPr lang="pt-BR" sz="300" b="1" dirty="0"/>
          </a:p>
          <a:p>
            <a:pPr lvl="0"/>
            <a:r>
              <a:rPr lang="pt-BR" sz="1400" b="1" dirty="0"/>
              <a:t>Weightage: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</a:rPr>
              <a:t>Amplified</a:t>
            </a:r>
            <a:r>
              <a:rPr lang="pt-BR" sz="1400" b="1" dirty="0"/>
              <a:t>: Q</a:t>
            </a:r>
            <a:r>
              <a:rPr lang="pt-BR" sz="1400" dirty="0"/>
              <a:t>: Quality; </a:t>
            </a:r>
            <a:r>
              <a:rPr lang="pt-BR" sz="1400" b="1" dirty="0"/>
              <a:t>G</a:t>
            </a:r>
            <a:r>
              <a:rPr lang="pt-BR" sz="1400" dirty="0"/>
              <a:t>: Governance;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</a:rPr>
              <a:t>Heavily Penalized</a:t>
            </a:r>
            <a:r>
              <a:rPr lang="pt-BR" sz="1400" b="1" dirty="0"/>
              <a:t>: R</a:t>
            </a:r>
            <a:r>
              <a:rPr lang="pt-BR" sz="1400" dirty="0"/>
              <a:t>: Risk; </a:t>
            </a:r>
            <a:r>
              <a:rPr lang="pt-BR" sz="1400" b="1" dirty="0"/>
              <a:t>V</a:t>
            </a:r>
            <a:r>
              <a:rPr lang="pt-BR" sz="1400" dirty="0"/>
              <a:t>: Validation;</a:t>
            </a:r>
            <a:endParaRPr lang="pt-BR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</a:rPr>
              <a:t>Mandatory Multipliers</a:t>
            </a:r>
            <a:r>
              <a:rPr lang="pt-BR" sz="1400" b="1" dirty="0"/>
              <a:t>: C:</a:t>
            </a:r>
            <a:r>
              <a:rPr lang="pt-BR" sz="1400" dirty="0"/>
              <a:t> Cost; </a:t>
            </a:r>
            <a:r>
              <a:rPr lang="pt-BR" sz="1400" b="1" dirty="0"/>
              <a:t>P</a:t>
            </a:r>
            <a:r>
              <a:rPr lang="pt-BR" sz="1400" dirty="0"/>
              <a:t>= Productivity; </a:t>
            </a:r>
            <a:r>
              <a:rPr lang="pt-BR" sz="1400" b="1" dirty="0"/>
              <a:t>E</a:t>
            </a:r>
            <a:r>
              <a:rPr lang="pt-BR" sz="1400" dirty="0"/>
              <a:t>: Efficiency; </a:t>
            </a:r>
          </a:p>
        </p:txBody>
      </p:sp>
    </p:spTree>
    <p:extLst>
      <p:ext uri="{BB962C8B-B14F-4D97-AF65-F5344CB8AC3E}">
        <p14:creationId xmlns:p14="http://schemas.microsoft.com/office/powerpoint/2010/main" val="159204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C9154-147D-12B2-01BD-6144F9C0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4D59F93-E692-51E7-3B88-E160D7AF8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46" y="110006"/>
            <a:ext cx="7498080" cy="668956"/>
          </a:xfrm>
        </p:spPr>
        <p:txBody>
          <a:bodyPr/>
          <a:lstStyle/>
          <a:p>
            <a:r>
              <a:rPr lang="en-US" dirty="0"/>
              <a:t>Formula Engine [1]</a:t>
            </a:r>
          </a:p>
        </p:txBody>
      </p:sp>
      <p:pic>
        <p:nvPicPr>
          <p:cNvPr id="13" name="Picture Placeholder 12" descr="Balls connected with crossed wires">
            <a:extLst>
              <a:ext uri="{FF2B5EF4-FFF2-40B4-BE49-F238E27FC236}">
                <a16:creationId xmlns:a16="http://schemas.microsoft.com/office/drawing/2014/main" id="{48BF8AC3-DFC1-09C0-96AB-2E3A48409B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CDD372-140E-9EBB-036E-70813CC1B9F3}"/>
              </a:ext>
            </a:extLst>
          </p:cNvPr>
          <p:cNvSpPr txBox="1"/>
          <p:nvPr/>
        </p:nvSpPr>
        <p:spPr>
          <a:xfrm>
            <a:off x="3828103" y="954963"/>
            <a:ext cx="8318977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</a:t>
            </a:r>
            <a:r>
              <a:rPr lang="en-US" sz="1600" dirty="0"/>
              <a:t> </a:t>
            </a:r>
            <a:r>
              <a:rPr lang="en-US" sz="1600" b="1" dirty="0"/>
              <a:t>=</a:t>
            </a:r>
            <a:r>
              <a:rPr lang="en-US" sz="1600" dirty="0"/>
              <a:t> min(1, (AI Output per Period / Human Baseline Output)​ × Normalization Factor)</a:t>
            </a: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Throughput vs Baseline</a:t>
            </a:r>
          </a:p>
          <a:p>
            <a:endParaRPr lang="en-US" sz="5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AI logs: # of cases/reports/tasks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Human benchmark → historical team metrics</a:t>
            </a:r>
          </a:p>
          <a:p>
            <a:endParaRPr 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IN" sz="3200" b="1" dirty="0"/>
              <a:t>Q </a:t>
            </a:r>
            <a:r>
              <a:rPr lang="en-IN" sz="1400" b="1" dirty="0"/>
              <a:t>=</a:t>
            </a:r>
            <a:r>
              <a:rPr lang="en-IN" sz="1400" dirty="0"/>
              <a:t> </a:t>
            </a:r>
            <a:r>
              <a:rPr lang="en-IN" sz="1600" dirty="0"/>
              <a:t>(Accuracy × 0.7) + (Consistency × 0.2) + (1− Hallucination Rate × 0.1)</a:t>
            </a:r>
          </a:p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Accuracy &amp; Hallucination Control</a:t>
            </a:r>
          </a:p>
          <a:p>
            <a:endParaRPr lang="en-IN" sz="5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SME review (gold standard datasets)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QA sampling (</a:t>
            </a:r>
            <a:r>
              <a:rPr lang="en-IN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GxP</a:t>
            </a: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validation sets)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Hallucination detection tools</a:t>
            </a:r>
          </a:p>
          <a:p>
            <a:endParaRPr lang="en-IN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IN" sz="3200" b="1" dirty="0"/>
              <a:t>G </a:t>
            </a:r>
            <a:r>
              <a:rPr lang="en-IN" sz="1400" b="1" dirty="0"/>
              <a:t>= </a:t>
            </a:r>
            <a:r>
              <a:rPr lang="en-IN" sz="1600" dirty="0"/>
              <a:t>1 − Total Actions / Policy Violations​</a:t>
            </a: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Policy Adherence</a:t>
            </a:r>
          </a:p>
          <a:p>
            <a:endParaRPr lang="en-US" sz="5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AI observability / control platforms (e.g., policy logs)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Audit trails</a:t>
            </a: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IN" sz="900" dirty="0"/>
          </a:p>
          <a:p>
            <a:r>
              <a:rPr lang="en-US" sz="3200" b="1" dirty="0"/>
              <a:t>R </a:t>
            </a:r>
            <a:r>
              <a:rPr lang="en-US" sz="1600" b="1" dirty="0"/>
              <a:t>=</a:t>
            </a:r>
            <a:r>
              <a:rPr lang="en-US" sz="1600" dirty="0"/>
              <a:t> 1− (∑(Incident Frequency × Severity Weight))</a:t>
            </a: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Severity-Weighted Risk Score</a:t>
            </a:r>
          </a:p>
          <a:p>
            <a:endParaRPr lang="en-US" sz="5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Incident management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Compliance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PV signal validation errors</a:t>
            </a:r>
          </a:p>
        </p:txBody>
      </p:sp>
    </p:spTree>
    <p:extLst>
      <p:ext uri="{BB962C8B-B14F-4D97-AF65-F5344CB8AC3E}">
        <p14:creationId xmlns:p14="http://schemas.microsoft.com/office/powerpoint/2010/main" val="102980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DA83A-3395-A25F-8EEC-625BEABA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2E1CFFE-83C9-4009-74D1-45F62C130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295634"/>
            <a:ext cx="7498080" cy="668956"/>
          </a:xfrm>
        </p:spPr>
        <p:txBody>
          <a:bodyPr/>
          <a:lstStyle/>
          <a:p>
            <a:r>
              <a:rPr lang="en-US" dirty="0"/>
              <a:t>Formula Engine [2]</a:t>
            </a:r>
          </a:p>
        </p:txBody>
      </p:sp>
      <p:pic>
        <p:nvPicPr>
          <p:cNvPr id="13" name="Picture Placeholder 12" descr="Balls connected with crossed wires">
            <a:extLst>
              <a:ext uri="{FF2B5EF4-FFF2-40B4-BE49-F238E27FC236}">
                <a16:creationId xmlns:a16="http://schemas.microsoft.com/office/drawing/2014/main" id="{F06DD717-533E-D6B1-1929-5F717471A89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0016D2-A1B4-67EE-67C9-BF44F076866C}"/>
              </a:ext>
            </a:extLst>
          </p:cNvPr>
          <p:cNvSpPr txBox="1"/>
          <p:nvPr/>
        </p:nvSpPr>
        <p:spPr>
          <a:xfrm>
            <a:off x="4044328" y="1415599"/>
            <a:ext cx="78084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V</a:t>
            </a:r>
            <a:r>
              <a:rPr lang="en-US" b="1" dirty="0"/>
              <a:t>= </a:t>
            </a:r>
            <a:r>
              <a:rPr lang="en-US" sz="1600" dirty="0"/>
              <a:t>Total Required Components / Validated Components​ </a:t>
            </a: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Regulatory fitness</a:t>
            </a:r>
          </a:p>
          <a:p>
            <a:endParaRPr lang="en-US" sz="5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 validation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SOP alignment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Audit readiness</a:t>
            </a:r>
          </a:p>
          <a:p>
            <a:endParaRPr lang="en-US" b="1" dirty="0"/>
          </a:p>
          <a:p>
            <a:r>
              <a:rPr lang="en-US" sz="3200" b="1" dirty="0"/>
              <a:t>E </a:t>
            </a:r>
            <a:r>
              <a:rPr lang="en-US" b="1" dirty="0"/>
              <a:t>= </a:t>
            </a:r>
            <a:r>
              <a:rPr lang="en-US" sz="1600" dirty="0"/>
              <a:t>Total Attempts / Successful Autonomous Executions​ </a:t>
            </a: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Workflow Execution</a:t>
            </a:r>
          </a:p>
          <a:p>
            <a:endParaRPr lang="en-US" sz="5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Workflow orchestration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API success/failure rates</a:t>
            </a:r>
          </a:p>
          <a:p>
            <a:endParaRPr lang="en-US" dirty="0"/>
          </a:p>
          <a:p>
            <a:r>
              <a:rPr lang="en-US" sz="3200" b="1" dirty="0"/>
              <a:t>C </a:t>
            </a:r>
            <a:r>
              <a:rPr lang="en-US" sz="2000" b="1" dirty="0"/>
              <a:t>=</a:t>
            </a:r>
            <a:r>
              <a:rPr lang="en-US" sz="2000" dirty="0"/>
              <a:t> </a:t>
            </a:r>
            <a:r>
              <a:rPr lang="en-US" sz="1600" dirty="0"/>
              <a:t>min(1, AI Cost per Output / Human Cost per Output​)×Utilization Factor</a:t>
            </a: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Economic feasibility</a:t>
            </a:r>
          </a:p>
          <a:p>
            <a:endParaRPr lang="en-US" sz="5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Finance + cloud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HR Payroll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Cost per transaction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Licensing + infra</a:t>
            </a:r>
          </a:p>
        </p:txBody>
      </p:sp>
    </p:spTree>
    <p:extLst>
      <p:ext uri="{BB962C8B-B14F-4D97-AF65-F5344CB8AC3E}">
        <p14:creationId xmlns:p14="http://schemas.microsoft.com/office/powerpoint/2010/main" val="129330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FCA0-B6C0-2833-53AF-320CF6B6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4FAEC01-D637-3169-5A9E-9519BDDE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9" y="640080"/>
            <a:ext cx="7731149" cy="1280160"/>
          </a:xfrm>
        </p:spPr>
        <p:txBody>
          <a:bodyPr/>
          <a:lstStyle/>
          <a:p>
            <a:r>
              <a:rPr lang="en-US" dirty="0"/>
              <a:t>Digital worker Weightage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A36BDF1-A7FA-7C37-B9F1-FF7A093A14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/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24078A-A732-3EA6-7E64-60268220D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815192"/>
              </p:ext>
            </p:extLst>
          </p:nvPr>
        </p:nvGraphicFramePr>
        <p:xfrm>
          <a:off x="3274540" y="2542387"/>
          <a:ext cx="8430795" cy="29260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764430">
                  <a:extLst>
                    <a:ext uri="{9D8B030D-6E8A-4147-A177-3AD203B41FA5}">
                      <a16:colId xmlns:a16="http://schemas.microsoft.com/office/drawing/2014/main" val="4280020639"/>
                    </a:ext>
                  </a:extLst>
                </a:gridCol>
                <a:gridCol w="1341872">
                  <a:extLst>
                    <a:ext uri="{9D8B030D-6E8A-4147-A177-3AD203B41FA5}">
                      <a16:colId xmlns:a16="http://schemas.microsoft.com/office/drawing/2014/main" val="1708547773"/>
                    </a:ext>
                  </a:extLst>
                </a:gridCol>
                <a:gridCol w="4324493">
                  <a:extLst>
                    <a:ext uri="{9D8B030D-6E8A-4147-A177-3AD203B41FA5}">
                      <a16:colId xmlns:a16="http://schemas.microsoft.com/office/drawing/2014/main" val="3199421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Dimension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Weight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HR Perspective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470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tx1"/>
                          </a:solidFill>
                        </a:rPr>
                        <a:t>Productivity</a:t>
                      </a:r>
                      <a:r>
                        <a:rPr lang="en-IN" b="0" dirty="0"/>
                        <a:t> (P)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Output vs expected workload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914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Quality (Q)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Reliability, scientific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665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Execution (E)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Ability to complete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405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Governance (G)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Policy adherence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860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 (R)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Safety &amp; compliance exposure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277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Validation (V)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Audit readiness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799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 (C)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Efficiency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970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626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9575-A895-F968-6EA4-627B5EC1A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665940D-ADEC-522A-5848-C12ECC44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9" y="640080"/>
            <a:ext cx="7731149" cy="1280160"/>
          </a:xfrm>
        </p:spPr>
        <p:txBody>
          <a:bodyPr/>
          <a:lstStyle/>
          <a:p>
            <a:r>
              <a:rPr lang="en-US" dirty="0"/>
              <a:t>Digital worker rating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475A484-8EE2-8501-F5FF-46662ACB1F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23D759-5800-41C3-B93F-ABE1EA121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44475"/>
              </p:ext>
            </p:extLst>
          </p:nvPr>
        </p:nvGraphicFramePr>
        <p:xfrm>
          <a:off x="3045708" y="2723197"/>
          <a:ext cx="7480205" cy="268796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134406">
                  <a:extLst>
                    <a:ext uri="{9D8B030D-6E8A-4147-A177-3AD203B41FA5}">
                      <a16:colId xmlns:a16="http://schemas.microsoft.com/office/drawing/2014/main" val="1886419872"/>
                    </a:ext>
                  </a:extLst>
                </a:gridCol>
                <a:gridCol w="3293215">
                  <a:extLst>
                    <a:ext uri="{9D8B030D-6E8A-4147-A177-3AD203B41FA5}">
                      <a16:colId xmlns:a16="http://schemas.microsoft.com/office/drawing/2014/main" val="1562452722"/>
                    </a:ext>
                  </a:extLst>
                </a:gridCol>
                <a:gridCol w="3052584">
                  <a:extLst>
                    <a:ext uri="{9D8B030D-6E8A-4147-A177-3AD203B41FA5}">
                      <a16:colId xmlns:a16="http://schemas.microsoft.com/office/drawing/2014/main" val="3615257097"/>
                    </a:ext>
                  </a:extLst>
                </a:gridCol>
              </a:tblGrid>
              <a:tr h="493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DPI-LS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HR Rating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Appraisal Interpretation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568973"/>
                  </a:ext>
                </a:extLst>
              </a:tr>
              <a:tr h="452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85–100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Exceptional Digital Worker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Enterprise Grade, Trusted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Scalable, trusted, audit-ready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63949"/>
                  </a:ext>
                </a:extLst>
              </a:tr>
              <a:tr h="452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70–84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Strong Performer</a:t>
                      </a:r>
                    </a:p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Controlled &amp; 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Reliable with minor gaps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772691"/>
                  </a:ext>
                </a:extLst>
              </a:tr>
              <a:tr h="452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50–69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Needs Optimization</a:t>
                      </a:r>
                    </a:p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High risk, needs PIP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Risk or quality concerns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010852"/>
                  </a:ext>
                </a:extLst>
              </a:tr>
              <a:tr h="452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&lt; 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Underperforming / Unsafe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Non complaint, Re-design</a:t>
                      </a:r>
                      <a:endParaRPr lang="en-IN" sz="140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Restrict or redeploy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780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615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/>
          <a:lstStyle/>
          <a:p>
            <a:r>
              <a:rPr lang="en-US" dirty="0"/>
              <a:t>Path forward</a:t>
            </a:r>
          </a:p>
        </p:txBody>
      </p:sp>
      <p:pic>
        <p:nvPicPr>
          <p:cNvPr id="7" name="Picture Placeholder 8" descr="City lights focused in magnifying glass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675" r="16675"/>
          <a:stretch/>
        </p:blipFill>
        <p:spPr>
          <a:xfrm>
            <a:off x="8197587" y="411831"/>
            <a:ext cx="3521337" cy="3521344"/>
          </a:xfr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FBC94D-0C93-B3DB-B0D3-CF2D5100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Reimagining HR Processes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D6B0E-0FEC-65B6-38D7-AD653AB1A906}"/>
              </a:ext>
            </a:extLst>
          </p:cNvPr>
          <p:cNvSpPr txBox="1"/>
          <p:nvPr/>
        </p:nvSpPr>
        <p:spPr>
          <a:xfrm>
            <a:off x="1665167" y="2847457"/>
            <a:ext cx="476278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“</a:t>
            </a:r>
            <a:r>
              <a:rPr lang="en-IN" sz="2000" b="1" dirty="0" err="1"/>
              <a:t>dFTE</a:t>
            </a:r>
            <a:r>
              <a:rPr lang="en-IN" sz="2000" b="1" dirty="0"/>
              <a:t> Creation”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Define role (e.g., PV Case Processor AI)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Assign owners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Set KRAs (mapped to DPI-LS)</a:t>
            </a:r>
          </a:p>
          <a:p>
            <a:endParaRPr lang="en-IN" sz="1600" dirty="0"/>
          </a:p>
          <a:p>
            <a:endParaRPr lang="en-IN" sz="2000" b="1" dirty="0"/>
          </a:p>
          <a:p>
            <a:r>
              <a:rPr lang="en-IN" sz="2000" b="1" dirty="0"/>
              <a:t>Performance Review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Evaluate DPI-LS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Identify weakest component (Q, G, R,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Set improvement plan</a:t>
            </a:r>
          </a:p>
          <a:p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16BD5-972E-0F73-9A1E-F9CE4F980F63}"/>
              </a:ext>
            </a:extLst>
          </p:cNvPr>
          <p:cNvSpPr txBox="1"/>
          <p:nvPr/>
        </p:nvSpPr>
        <p:spPr>
          <a:xfrm>
            <a:off x="7338803" y="2847457"/>
            <a:ext cx="4762787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PIP (Performance Improvement Plan)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Retrain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Restrict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Human Companion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IN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IN" sz="2000" b="1" dirty="0"/>
              <a:t>Promotion: “Scale Decision”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Increase autonomy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Expand scope (task → process ownership)</a:t>
            </a:r>
          </a:p>
          <a:p>
            <a:endParaRPr lang="en-I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6AC94-D0FB-5B65-BD4D-BFA7A0222B1D}"/>
              </a:ext>
            </a:extLst>
          </p:cNvPr>
          <p:cNvSpPr/>
          <p:nvPr/>
        </p:nvSpPr>
        <p:spPr>
          <a:xfrm>
            <a:off x="934279" y="2750076"/>
            <a:ext cx="653888" cy="5775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01</a:t>
            </a:r>
            <a:endParaRPr lang="en-IN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1AB159-1795-94B3-91F4-69E3FC71CABB}"/>
              </a:ext>
            </a:extLst>
          </p:cNvPr>
          <p:cNvSpPr/>
          <p:nvPr/>
        </p:nvSpPr>
        <p:spPr>
          <a:xfrm>
            <a:off x="949176" y="4600650"/>
            <a:ext cx="653888" cy="5775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02</a:t>
            </a:r>
            <a:endParaRPr lang="en-IN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269200-11C4-5078-6376-1E40645597E3}"/>
              </a:ext>
            </a:extLst>
          </p:cNvPr>
          <p:cNvSpPr/>
          <p:nvPr/>
        </p:nvSpPr>
        <p:spPr>
          <a:xfrm>
            <a:off x="6581871" y="2750076"/>
            <a:ext cx="653888" cy="5775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03</a:t>
            </a:r>
            <a:endParaRPr lang="en-IN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31F253-A9FE-A61D-A41B-3CCDCC4CA15C}"/>
              </a:ext>
            </a:extLst>
          </p:cNvPr>
          <p:cNvSpPr/>
          <p:nvPr/>
        </p:nvSpPr>
        <p:spPr>
          <a:xfrm>
            <a:off x="6547812" y="4586394"/>
            <a:ext cx="653888" cy="5775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04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649B3-DC13-E8CF-3028-1017E186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A79240-72AF-403F-88E3-516C24250C0C}"/>
              </a:ext>
            </a:extLst>
          </p:cNvPr>
          <p:cNvSpPr txBox="1"/>
          <p:nvPr/>
        </p:nvSpPr>
        <p:spPr>
          <a:xfrm>
            <a:off x="814341" y="3129340"/>
            <a:ext cx="276763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“</a:t>
            </a:r>
            <a:r>
              <a:rPr lang="en-IN" sz="4400" b="1" dirty="0" err="1">
                <a:solidFill>
                  <a:srgbClr val="243FFF"/>
                </a:solidFill>
              </a:rPr>
              <a:t>dFTE</a:t>
            </a:r>
            <a:r>
              <a:rPr lang="en-IN" sz="4400" b="1" dirty="0"/>
              <a:t>   </a:t>
            </a:r>
          </a:p>
          <a:p>
            <a:r>
              <a:rPr lang="en-IN" sz="4400" b="1" dirty="0"/>
              <a:t>  </a:t>
            </a:r>
            <a:r>
              <a:rPr lang="en-IN" sz="3600" b="1" dirty="0"/>
              <a:t>Creation</a:t>
            </a:r>
            <a:r>
              <a:rPr lang="en-IN" sz="4400" b="1" dirty="0"/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183942-A4C6-C72D-AAAB-95D3FDAAB780}"/>
              </a:ext>
            </a:extLst>
          </p:cNvPr>
          <p:cNvSpPr txBox="1"/>
          <p:nvPr/>
        </p:nvSpPr>
        <p:spPr>
          <a:xfrm>
            <a:off x="1149875" y="5111670"/>
            <a:ext cx="23564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Policies </a:t>
            </a:r>
            <a:r>
              <a:rPr lang="en-US" sz="1600" b="1" dirty="0">
                <a:solidFill>
                  <a:srgbClr val="243FFF"/>
                </a:solidFill>
              </a:rPr>
              <a:t>+</a:t>
            </a:r>
            <a:r>
              <a:rPr lang="en-US" sz="1600" b="1" dirty="0"/>
              <a:t> </a:t>
            </a:r>
          </a:p>
          <a:p>
            <a:r>
              <a:rPr lang="en-US" sz="1600" b="1" dirty="0"/>
              <a:t>Permissions </a:t>
            </a:r>
            <a:r>
              <a:rPr lang="en-US" sz="1600" b="1" dirty="0">
                <a:solidFill>
                  <a:srgbClr val="243FFF"/>
                </a:solidFill>
              </a:rPr>
              <a:t>+</a:t>
            </a:r>
            <a:r>
              <a:rPr lang="en-US" sz="1600" b="1" dirty="0"/>
              <a:t> Runtime controls.</a:t>
            </a:r>
            <a:endParaRPr lang="en-IN" sz="16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A90A6F-89AA-3CA1-F972-BC1C692B9F19}"/>
              </a:ext>
            </a:extLst>
          </p:cNvPr>
          <p:cNvGrpSpPr/>
          <p:nvPr/>
        </p:nvGrpSpPr>
        <p:grpSpPr>
          <a:xfrm>
            <a:off x="3657601" y="244718"/>
            <a:ext cx="8408354" cy="6362338"/>
            <a:chOff x="3657601" y="244718"/>
            <a:chExt cx="8408354" cy="636233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C5A3844-D50F-1B23-45CD-914EF7E6F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5288"/>
            <a:stretch>
              <a:fillRect/>
            </a:stretch>
          </p:blipFill>
          <p:spPr>
            <a:xfrm>
              <a:off x="3657601" y="244718"/>
              <a:ext cx="8408354" cy="6362338"/>
            </a:xfrm>
            <a:prstGeom prst="rect">
              <a:avLst/>
            </a:prstGeom>
          </p:spPr>
        </p:pic>
        <p:pic>
          <p:nvPicPr>
            <p:cNvPr id="1028" name="Picture 4" descr="AWS Bedrock: What It Is and When to Use It">
              <a:extLst>
                <a:ext uri="{FF2B5EF4-FFF2-40B4-BE49-F238E27FC236}">
                  <a16:creationId xmlns:a16="http://schemas.microsoft.com/office/drawing/2014/main" id="{572AA2F6-208A-5EC4-8D10-50D6C24744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02" t="27978" r="23252" b="28125"/>
            <a:stretch>
              <a:fillRect/>
            </a:stretch>
          </p:blipFill>
          <p:spPr bwMode="auto">
            <a:xfrm>
              <a:off x="7218946" y="5942667"/>
              <a:ext cx="1285661" cy="429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DBE8EBE-63F6-2B12-A157-073694420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773" y="6259007"/>
            <a:ext cx="751862" cy="225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82A131-805B-39D5-35A7-36400AEAE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75" y="6259007"/>
            <a:ext cx="751862" cy="225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3E2E7C-89BA-469A-3328-406324F8F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0577" y="6259007"/>
            <a:ext cx="751862" cy="22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71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158" y="2588447"/>
            <a:ext cx="10524540" cy="726645"/>
          </a:xfrm>
        </p:spPr>
        <p:txBody>
          <a:bodyPr>
            <a:normAutofit/>
          </a:bodyPr>
          <a:lstStyle/>
          <a:p>
            <a:r>
              <a:rPr lang="en-US" sz="1800" dirty="0"/>
              <a:t>Crafted for HR and business leaders for </a:t>
            </a:r>
            <a:r>
              <a:rPr lang="en-US" sz="1800" b="1" dirty="0" err="1"/>
              <a:t>dFTE</a:t>
            </a:r>
            <a:r>
              <a:rPr lang="en-US" sz="1800" b="1" dirty="0"/>
              <a:t> </a:t>
            </a:r>
            <a:r>
              <a:rPr lang="en-US" sz="1800" dirty="0"/>
              <a:t>measurable evaluation.</a:t>
            </a:r>
            <a:endParaRPr lang="en-US" sz="1800" b="1" dirty="0"/>
          </a:p>
        </p:txBody>
      </p:sp>
      <p:pic>
        <p:nvPicPr>
          <p:cNvPr id="6" name="Picture Placeholder 21" descr="Hand holding piece of white puzzle on blue background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664" r="16664"/>
          <a:stretch/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406E-1026-36BF-CEE8-F983DFD78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4A8D91-573A-0841-C1D7-0D98959F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85800"/>
            <a:ext cx="10497037" cy="1280160"/>
          </a:xfrm>
        </p:spPr>
        <p:txBody>
          <a:bodyPr/>
          <a:lstStyle/>
          <a:p>
            <a:r>
              <a:rPr lang="en-US" dirty="0"/>
              <a:t>Regulatory Document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157D50-C73C-E5FF-DF1F-CC7FD8308269}"/>
              </a:ext>
            </a:extLst>
          </p:cNvPr>
          <p:cNvSpPr txBox="1"/>
          <p:nvPr/>
        </p:nvSpPr>
        <p:spPr>
          <a:xfrm>
            <a:off x="1208600" y="2078237"/>
            <a:ext cx="9774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Generative AI: AI drafts submission-ready regulatory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5A1413-59EB-1780-22C3-EC8919F271EB}"/>
              </a:ext>
            </a:extLst>
          </p:cNvPr>
          <p:cNvSpPr txBox="1"/>
          <p:nvPr/>
        </p:nvSpPr>
        <p:spPr>
          <a:xfrm>
            <a:off x="1208599" y="2761078"/>
            <a:ext cx="9774799" cy="167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Evaluate content accuracy and SME acceptance rate </a:t>
            </a:r>
            <a:r>
              <a:rPr lang="en-US" b="1" dirty="0"/>
              <a:t>(Q)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Track validation readiness for regulatory submission </a:t>
            </a:r>
            <a:r>
              <a:rPr lang="en-US" b="1" dirty="0"/>
              <a:t>(V)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Measure rework required by human reviewers </a:t>
            </a:r>
            <a:r>
              <a:rPr lang="en-US" b="1" dirty="0"/>
              <a:t>(E, Q)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8A8D6-F2A9-14FD-7DD9-189AD1EA7689}"/>
              </a:ext>
            </a:extLst>
          </p:cNvPr>
          <p:cNvSpPr txBox="1"/>
          <p:nvPr/>
        </p:nvSpPr>
        <p:spPr>
          <a:xfrm>
            <a:off x="1253004" y="4986922"/>
            <a:ext cx="609485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243FFF"/>
                </a:solidFill>
              </a:rPr>
              <a:t>dFTE’s</a:t>
            </a:r>
            <a:r>
              <a:rPr lang="en-IN" b="1" dirty="0">
                <a:solidFill>
                  <a:srgbClr val="243FFF"/>
                </a:solidFill>
              </a:rPr>
              <a:t> role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Checks document against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Validates eCTD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Flags missing sections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GenAI driven RDG submission ready document.</a:t>
            </a:r>
          </a:p>
        </p:txBody>
      </p:sp>
    </p:spTree>
    <p:extLst>
      <p:ext uri="{BB962C8B-B14F-4D97-AF65-F5344CB8AC3E}">
        <p14:creationId xmlns:p14="http://schemas.microsoft.com/office/powerpoint/2010/main" val="1023297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7E8F5-3C81-D9C8-2565-7F8F2749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5A6CC9-9551-8720-0174-4277655A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85800"/>
            <a:ext cx="10911841" cy="1280160"/>
          </a:xfrm>
        </p:spPr>
        <p:txBody>
          <a:bodyPr/>
          <a:lstStyle/>
          <a:p>
            <a:r>
              <a:rPr lang="en-IN" dirty="0"/>
              <a:t>Pharmacovigilance Case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C67F79-1CB0-7AF8-0985-E013857F90FD}"/>
              </a:ext>
            </a:extLst>
          </p:cNvPr>
          <p:cNvSpPr txBox="1"/>
          <p:nvPr/>
        </p:nvSpPr>
        <p:spPr>
          <a:xfrm>
            <a:off x="1208600" y="2078237"/>
            <a:ext cx="9774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AI processes and triages adverse event cases at scale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21752C-D9A8-4092-383F-1E03101837B0}"/>
              </a:ext>
            </a:extLst>
          </p:cNvPr>
          <p:cNvSpPr txBox="1"/>
          <p:nvPr/>
        </p:nvSpPr>
        <p:spPr>
          <a:xfrm>
            <a:off x="1208599" y="2857334"/>
            <a:ext cx="9774799" cy="167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Measure </a:t>
            </a:r>
            <a:r>
              <a:rPr lang="en-IN" b="1" dirty="0"/>
              <a:t>throughput vs human baseline (P)</a:t>
            </a:r>
            <a:r>
              <a:rPr lang="en-IN" dirty="0"/>
              <a:t> and cycle time reduction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Track </a:t>
            </a:r>
            <a:r>
              <a:rPr lang="en-IN" b="1" dirty="0"/>
              <a:t>medical accuracy + misclassification risk (Q, R)</a:t>
            </a:r>
            <a:r>
              <a:rPr lang="en-IN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Monitor </a:t>
            </a:r>
            <a:r>
              <a:rPr lang="en-IN" b="1" dirty="0"/>
              <a:t>regulatory compliance &amp; audit trails (G, V)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A6D77-3CBF-1C3B-9B09-4FB23A9A2380}"/>
              </a:ext>
            </a:extLst>
          </p:cNvPr>
          <p:cNvSpPr txBox="1"/>
          <p:nvPr/>
        </p:nvSpPr>
        <p:spPr>
          <a:xfrm>
            <a:off x="1330348" y="4860181"/>
            <a:ext cx="6112042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243FFF"/>
                </a:solidFill>
              </a:rPr>
              <a:t>dFTE's</a:t>
            </a:r>
            <a:r>
              <a:rPr lang="en-IN" b="1" dirty="0">
                <a:solidFill>
                  <a:srgbClr val="243FFF"/>
                </a:solidFill>
              </a:rPr>
              <a:t> role: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AI powered Case intake &amp; triage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Data extraction from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Duplicate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Signal detection support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0570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us?</a:t>
            </a:r>
            <a:br>
              <a:rPr lang="en-US" dirty="0"/>
            </a:br>
            <a:r>
              <a:rPr lang="en-US" sz="2800" dirty="0"/>
              <a:t>Let’s co-innovate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77032" y="1365416"/>
            <a:ext cx="4663440" cy="4609122"/>
          </a:xfrm>
        </p:spPr>
        <p:txBody>
          <a:bodyPr/>
          <a:lstStyle/>
          <a:p>
            <a:pPr lvl="0"/>
            <a:r>
              <a:rPr lang="en-US" sz="2800" b="1" dirty="0" err="1"/>
              <a:t>dFTE</a:t>
            </a:r>
            <a:r>
              <a:rPr lang="en-US" sz="2800" b="1" dirty="0"/>
              <a:t> evaluation is fit for regulated, high-risk environments</a:t>
            </a:r>
          </a:p>
          <a:p>
            <a:pPr lvl="0"/>
            <a:endParaRPr lang="en-US" sz="1600" b="1" dirty="0"/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sz="1400" b="1" dirty="0"/>
              <a:t>We Measure Trust, Not Just Productivity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Combining productivity + quality + governance + risk into a single DPI-LS score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/>
              <a:t>Purpose built for </a:t>
            </a:r>
            <a:r>
              <a:rPr lang="en-US" sz="1400" b="1" dirty="0" err="1"/>
              <a:t>GxP</a:t>
            </a:r>
            <a:r>
              <a:rPr lang="en-US" sz="1400" b="1" dirty="0"/>
              <a:t>, Not Generic AI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Audit-first design: every decision is traceable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1400" b="1" dirty="0"/>
              <a:t>Full-Lifecycle Governance </a:t>
            </a:r>
            <a:endParaRPr lang="en-US" sz="1200" b="1" dirty="0"/>
          </a:p>
          <a:p>
            <a:pPr lvl="0">
              <a:spcBef>
                <a:spcPts val="0"/>
              </a:spcBef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Decide : Access : Execute : Output</a:t>
            </a:r>
          </a:p>
          <a:p>
            <a:pPr lvl="0">
              <a:spcBef>
                <a:spcPts val="0"/>
              </a:spcBef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1400" b="1" dirty="0"/>
              <a:t>Bridge HR, Business, and Compliance</a:t>
            </a:r>
          </a:p>
          <a:p>
            <a:pPr lvl="0">
              <a:spcBef>
                <a:spcPts val="0"/>
              </a:spcBef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 operationalize AI as a workforce.</a:t>
            </a:r>
          </a:p>
          <a:p>
            <a:pPr lvl="0">
              <a:spcBef>
                <a:spcPts val="0"/>
              </a:spcBef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en-US" sz="1400" b="1" dirty="0"/>
              <a:t>From Pilot to Scaled Deployment</a:t>
            </a:r>
          </a:p>
          <a:p>
            <a:pPr lvl="0">
              <a:spcBef>
                <a:spcPts val="0"/>
              </a:spcBef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Faster, safer AI adoption across the enterprise</a:t>
            </a:r>
          </a:p>
          <a:p>
            <a:pPr lvl="0">
              <a:spcBef>
                <a:spcPts val="0"/>
              </a:spcBef>
            </a:pP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14" descr="Business people shaking hands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6626" r="16626"/>
          <a:stretch/>
        </p:blipFill>
        <p:spPr>
          <a:xfrm>
            <a:off x="1371606" y="3205313"/>
            <a:ext cx="3043077" cy="304308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6146E4-5876-8433-7A63-5BBB6D671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295" y="6116518"/>
            <a:ext cx="1993490" cy="74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documentManagement/types"/>
    <ds:schemaRef ds:uri="http://www.w3.org/XML/1998/namespace"/>
    <ds:schemaRef ds:uri="16c05727-aa75-4e4a-9b5f-8a80a1165891"/>
    <ds:schemaRef ds:uri="http://schemas.microsoft.com/sharepoint/v3"/>
    <ds:schemaRef ds:uri="230e9df3-be65-4c73-a93b-d1236ebd677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{DCB17C54-CC91-41F7-931E-5FC3B49F8AF7}372c19de-dfd4-4de7-9293-53c5fa2d1f7c-TF54b766f8-63ee-43b7-9d15-113a5f305028b8e3081f_win32</Template>
  <TotalTime>0</TotalTime>
  <Words>848</Words>
  <Application>Microsoft Office PowerPoint</Application>
  <PresentationFormat>Widescreen</PresentationFormat>
  <Paragraphs>216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Univers</vt:lpstr>
      <vt:lpstr>GradientVTI</vt:lpstr>
      <vt:lpstr>AI  Digital companion </vt:lpstr>
      <vt:lpstr>Give AI a role</vt:lpstr>
      <vt:lpstr>Digital worker maturity</vt:lpstr>
      <vt:lpstr>Digital FTE  Performance Index – Life Sciences</vt:lpstr>
      <vt:lpstr>Formula Engine [1]</vt:lpstr>
      <vt:lpstr>Formula Engine [2]</vt:lpstr>
      <vt:lpstr>Digital worker Weightage</vt:lpstr>
      <vt:lpstr>Digital worker rating</vt:lpstr>
      <vt:lpstr>Path forward</vt:lpstr>
      <vt:lpstr>Reimagining HR Processes</vt:lpstr>
      <vt:lpstr>PowerPoint Presentation</vt:lpstr>
      <vt:lpstr>Use cases</vt:lpstr>
      <vt:lpstr>Regulatory Document Generation</vt:lpstr>
      <vt:lpstr>Pharmacovigilance Case Processing</vt:lpstr>
      <vt:lpstr>Why choose us? Let’s co-innovate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Ranga (Intelligenz IT)</dc:creator>
  <cp:lastModifiedBy>Palakodeti Venkateswara Rao</cp:lastModifiedBy>
  <cp:revision>1</cp:revision>
  <dcterms:created xsi:type="dcterms:W3CDTF">2026-04-23T16:26:56Z</dcterms:created>
  <dcterms:modified xsi:type="dcterms:W3CDTF">2026-05-13T07:55:44Z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